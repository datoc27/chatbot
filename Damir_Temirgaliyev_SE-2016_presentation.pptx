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3" r:id="rId3"/>
    <p:sldId id="268" r:id="rId4"/>
    <p:sldId id="258" r:id="rId5"/>
    <p:sldId id="264" r:id="rId6"/>
    <p:sldId id="260" r:id="rId7"/>
    <p:sldId id="261" r:id="rId8"/>
    <p:sldId id="265" r:id="rId9"/>
    <p:sldId id="266" r:id="rId10"/>
    <p:sldId id="267" r:id="rId11"/>
    <p:sldId id="259"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53" y="38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dmin\Desktop\Assignments\Educational%20Practice\&#1051;&#1080;&#1089;&#1090;%20Microsoft%20Excel.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barChart>
        <c:barDir val="bar"/>
        <c:grouping val="stacked"/>
        <c:varyColors val="0"/>
        <c:ser>
          <c:idx val="0"/>
          <c:order val="0"/>
          <c:tx>
            <c:strRef>
              <c:f>Парақ1!$C$3</c:f>
              <c:strCache>
                <c:ptCount val="1"/>
                <c:pt idx="0">
                  <c:v>Start date</c:v>
                </c:pt>
              </c:strCache>
            </c:strRef>
          </c:tx>
          <c:spPr>
            <a:noFill/>
            <a:ln>
              <a:noFill/>
            </a:ln>
            <a:effectLst/>
          </c:spPr>
          <c:invertIfNegative val="0"/>
          <c:cat>
            <c:strRef>
              <c:f>Парақ1!$E$4:$E$10</c:f>
              <c:strCache>
                <c:ptCount val="7"/>
                <c:pt idx="0">
                  <c:v>Choosing a topic</c:v>
                </c:pt>
                <c:pt idx="1">
                  <c:v>Preparation</c:v>
                </c:pt>
                <c:pt idx="2">
                  <c:v>Learning basics</c:v>
                </c:pt>
                <c:pt idx="3">
                  <c:v>Adding the basic commands, creating a bot in Telegram using BotFather</c:v>
                </c:pt>
                <c:pt idx="4">
                  <c:v>Creating two modes</c:v>
                </c:pt>
                <c:pt idx="5">
                  <c:v>Creating reply messages and /cat command</c:v>
                </c:pt>
                <c:pt idx="6">
                  <c:v>Adding chat management commands and fixing small problems</c:v>
                </c:pt>
              </c:strCache>
            </c:strRef>
          </c:cat>
          <c:val>
            <c:numRef>
              <c:f>Парақ1!$C$4:$C$10</c:f>
              <c:numCache>
                <c:formatCode>d\-mmm</c:formatCode>
                <c:ptCount val="7"/>
                <c:pt idx="0">
                  <c:v>44144</c:v>
                </c:pt>
                <c:pt idx="1">
                  <c:v>44146</c:v>
                </c:pt>
                <c:pt idx="2">
                  <c:v>44148</c:v>
                </c:pt>
                <c:pt idx="3">
                  <c:v>44149</c:v>
                </c:pt>
                <c:pt idx="4">
                  <c:v>44152</c:v>
                </c:pt>
                <c:pt idx="5">
                  <c:v>44153</c:v>
                </c:pt>
                <c:pt idx="6">
                  <c:v>44154</c:v>
                </c:pt>
              </c:numCache>
            </c:numRef>
          </c:val>
          <c:extLst>
            <c:ext xmlns:c16="http://schemas.microsoft.com/office/drawing/2014/chart" uri="{C3380CC4-5D6E-409C-BE32-E72D297353CC}">
              <c16:uniqueId val="{00000000-F5C5-42FF-85FD-BB556343368E}"/>
            </c:ext>
          </c:extLst>
        </c:ser>
        <c:ser>
          <c:idx val="1"/>
          <c:order val="1"/>
          <c:tx>
            <c:strRef>
              <c:f>Парақ1!$F$3</c:f>
              <c:strCache>
                <c:ptCount val="1"/>
                <c:pt idx="0">
                  <c:v>Duration</c:v>
                </c:pt>
              </c:strCache>
            </c:strRef>
          </c:tx>
          <c:spPr>
            <a:solidFill>
              <a:schemeClr val="accent1">
                <a:tint val="77000"/>
              </a:schemeClr>
            </a:solidFill>
            <a:ln>
              <a:noFill/>
            </a:ln>
            <a:effectLst/>
          </c:spPr>
          <c:invertIfNegative val="0"/>
          <c:cat>
            <c:strRef>
              <c:f>Парақ1!$E$4:$E$10</c:f>
              <c:strCache>
                <c:ptCount val="7"/>
                <c:pt idx="0">
                  <c:v>Choosing a topic</c:v>
                </c:pt>
                <c:pt idx="1">
                  <c:v>Preparation</c:v>
                </c:pt>
                <c:pt idx="2">
                  <c:v>Learning basics</c:v>
                </c:pt>
                <c:pt idx="3">
                  <c:v>Adding the basic commands, creating a bot in Telegram using BotFather</c:v>
                </c:pt>
                <c:pt idx="4">
                  <c:v>Creating two modes</c:v>
                </c:pt>
                <c:pt idx="5">
                  <c:v>Creating reply messages and /cat command</c:v>
                </c:pt>
                <c:pt idx="6">
                  <c:v>Adding chat management commands and fixing small problems</c:v>
                </c:pt>
              </c:strCache>
            </c:strRef>
          </c:cat>
          <c:val>
            <c:numRef>
              <c:f>Парақ1!$F$4:$F$10</c:f>
              <c:numCache>
                <c:formatCode>General</c:formatCode>
                <c:ptCount val="7"/>
                <c:pt idx="0">
                  <c:v>2</c:v>
                </c:pt>
                <c:pt idx="1">
                  <c:v>2</c:v>
                </c:pt>
                <c:pt idx="2">
                  <c:v>4</c:v>
                </c:pt>
                <c:pt idx="3">
                  <c:v>3</c:v>
                </c:pt>
                <c:pt idx="4">
                  <c:v>2</c:v>
                </c:pt>
                <c:pt idx="5">
                  <c:v>2</c:v>
                </c:pt>
                <c:pt idx="6">
                  <c:v>2</c:v>
                </c:pt>
              </c:numCache>
            </c:numRef>
          </c:val>
          <c:extLst>
            <c:ext xmlns:c16="http://schemas.microsoft.com/office/drawing/2014/chart" uri="{C3380CC4-5D6E-409C-BE32-E72D297353CC}">
              <c16:uniqueId val="{00000001-F5C5-42FF-85FD-BB556343368E}"/>
            </c:ext>
          </c:extLst>
        </c:ser>
        <c:dLbls>
          <c:showLegendKey val="0"/>
          <c:showVal val="0"/>
          <c:showCatName val="0"/>
          <c:showSerName val="0"/>
          <c:showPercent val="0"/>
          <c:showBubbleSize val="0"/>
        </c:dLbls>
        <c:gapWidth val="150"/>
        <c:overlap val="100"/>
        <c:axId val="79824367"/>
        <c:axId val="174823119"/>
      </c:barChart>
      <c:catAx>
        <c:axId val="79824367"/>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174823119"/>
        <c:crosses val="autoZero"/>
        <c:auto val="1"/>
        <c:lblAlgn val="ctr"/>
        <c:lblOffset val="100"/>
        <c:noMultiLvlLbl val="0"/>
      </c:catAx>
      <c:valAx>
        <c:axId val="174823119"/>
        <c:scaling>
          <c:orientation val="minMax"/>
        </c:scaling>
        <c:delete val="0"/>
        <c:axPos val="t"/>
        <c:majorGridlines>
          <c:spPr>
            <a:ln w="9525" cap="flat" cmpd="sng" algn="ctr">
              <a:solidFill>
                <a:schemeClr val="tx1">
                  <a:lumMod val="15000"/>
                  <a:lumOff val="85000"/>
                </a:schemeClr>
              </a:solidFill>
              <a:round/>
            </a:ln>
            <a:effectLst/>
          </c:spPr>
        </c:majorGridlines>
        <c:numFmt formatCode="d\-mmm"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7982436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olors1.xml><?xml version="1.0" encoding="utf-8"?>
<cs:colorStyle xmlns:cs="http://schemas.microsoft.com/office/drawing/2012/chartStyle" xmlns:a="http://schemas.openxmlformats.org/drawingml/2006/main" meth="withinLinear" id="3">
  <a:schemeClr val="accent1"/>
  <a:schemeClr val="accent1"/>
  <a:schemeClr val="accent1"/>
  <a:schemeClr val="accent1"/>
  <a:schemeClr val="accent1"/>
  <a:schemeClr val="accent1"/>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30ECF1-53AA-43BC-BBAF-1B23AEF6C484}"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E84BC3D-2194-48FB-8A9E-B4D4E803E961}">
      <dgm:prSet/>
      <dgm:spPr/>
      <dgm:t>
        <a:bodyPr/>
        <a:lstStyle/>
        <a:p>
          <a:pPr>
            <a:defRPr cap="all"/>
          </a:pPr>
          <a:r>
            <a:rPr lang="en-US" b="1" dirty="0">
              <a:solidFill>
                <a:schemeClr val="accent2"/>
              </a:solidFill>
              <a:latin typeface="Open Sans"/>
            </a:rPr>
            <a:t>Purpose. </a:t>
          </a:r>
          <a:r>
            <a:rPr lang="en-US" dirty="0">
              <a:latin typeface="Open Sans"/>
            </a:rPr>
            <a:t>The purpose of the project is to create a simple Telegram bot that can react to different types of messages in private and public chats. In addition, it has some chat management functions, such as kicking a member of the chat and deleting a message.</a:t>
          </a:r>
        </a:p>
      </dgm:t>
    </dgm:pt>
    <dgm:pt modelId="{2F2C3006-8E23-4C65-95FC-866A8B64D06D}" type="parTrans" cxnId="{79071351-63A6-4F23-9BFC-136FF72601A9}">
      <dgm:prSet/>
      <dgm:spPr/>
      <dgm:t>
        <a:bodyPr/>
        <a:lstStyle/>
        <a:p>
          <a:endParaRPr lang="en-US"/>
        </a:p>
      </dgm:t>
    </dgm:pt>
    <dgm:pt modelId="{CADB1788-1F51-4DA9-A2D2-13CE385DD269}" type="sibTrans" cxnId="{79071351-63A6-4F23-9BFC-136FF72601A9}">
      <dgm:prSet/>
      <dgm:spPr/>
      <dgm:t>
        <a:bodyPr/>
        <a:lstStyle/>
        <a:p>
          <a:endParaRPr lang="en-US"/>
        </a:p>
      </dgm:t>
    </dgm:pt>
    <dgm:pt modelId="{24BB883F-8D0C-4E2E-B08A-8B8A7277A225}">
      <dgm:prSet/>
      <dgm:spPr/>
      <dgm:t>
        <a:bodyPr/>
        <a:lstStyle/>
        <a:p>
          <a:pPr>
            <a:defRPr cap="all"/>
          </a:pPr>
          <a:r>
            <a:rPr lang="en-US" b="1" dirty="0">
              <a:solidFill>
                <a:schemeClr val="accent3">
                  <a:lumMod val="60000"/>
                  <a:lumOff val="40000"/>
                </a:schemeClr>
              </a:solidFill>
              <a:latin typeface="Open Sans"/>
            </a:rPr>
            <a:t>Main idea. </a:t>
          </a:r>
          <a:r>
            <a:rPr lang="en-US" dirty="0">
              <a:latin typeface="Open Sans"/>
            </a:rPr>
            <a:t>The main idea of the bot is that it can receive messages from users and react to them according to their type. For example, the bot will answer audio messages and video messages in two different ways. Also, it has two modes in which the bot can operate. The mode is chosen by the users, and every user will have different modes according to their choice.</a:t>
          </a:r>
        </a:p>
      </dgm:t>
    </dgm:pt>
    <dgm:pt modelId="{165D4A25-FE72-43C6-A0B5-318CA54D4ADE}" type="parTrans" cxnId="{87567D4A-C0E4-4780-9BC7-576B188FC365}">
      <dgm:prSet/>
      <dgm:spPr/>
      <dgm:t>
        <a:bodyPr/>
        <a:lstStyle/>
        <a:p>
          <a:endParaRPr lang="en-US"/>
        </a:p>
      </dgm:t>
    </dgm:pt>
    <dgm:pt modelId="{BD6E5B55-4568-4E70-AD8F-263F1C0E64EB}" type="sibTrans" cxnId="{87567D4A-C0E4-4780-9BC7-576B188FC365}">
      <dgm:prSet/>
      <dgm:spPr/>
      <dgm:t>
        <a:bodyPr/>
        <a:lstStyle/>
        <a:p>
          <a:endParaRPr lang="en-US"/>
        </a:p>
      </dgm:t>
    </dgm:pt>
    <dgm:pt modelId="{D134669B-DB54-4053-8419-1281EC5689A2}">
      <dgm:prSet/>
      <dgm:spPr/>
      <dgm:t>
        <a:bodyPr/>
        <a:lstStyle/>
        <a:p>
          <a:pPr>
            <a:defRPr cap="all"/>
          </a:pPr>
          <a:r>
            <a:rPr lang="en-US" b="1" dirty="0">
              <a:solidFill>
                <a:schemeClr val="accent3">
                  <a:lumMod val="75000"/>
                </a:schemeClr>
              </a:solidFill>
              <a:latin typeface="Open Sans"/>
            </a:rPr>
            <a:t>Software. </a:t>
          </a:r>
          <a:r>
            <a:rPr lang="en-US" dirty="0">
              <a:latin typeface="Open Sans"/>
            </a:rPr>
            <a:t>PyCharm IDE, Python PL</a:t>
          </a:r>
        </a:p>
      </dgm:t>
    </dgm:pt>
    <dgm:pt modelId="{809D9408-981F-40A2-95E1-616753C6EBA8}" type="parTrans" cxnId="{3F4A0967-7BF3-427F-8C6D-89DB9E08B319}">
      <dgm:prSet/>
      <dgm:spPr/>
      <dgm:t>
        <a:bodyPr/>
        <a:lstStyle/>
        <a:p>
          <a:endParaRPr lang="en-US"/>
        </a:p>
      </dgm:t>
    </dgm:pt>
    <dgm:pt modelId="{0756B130-E13B-4531-9126-3EAB0DADE664}" type="sibTrans" cxnId="{3F4A0967-7BF3-427F-8C6D-89DB9E08B319}">
      <dgm:prSet/>
      <dgm:spPr/>
      <dgm:t>
        <a:bodyPr/>
        <a:lstStyle/>
        <a:p>
          <a:endParaRPr lang="en-US"/>
        </a:p>
      </dgm:t>
    </dgm:pt>
    <dgm:pt modelId="{723340B7-D9FF-4E99-AA31-FD551C8269CD}" type="pres">
      <dgm:prSet presAssocID="{5A30ECF1-53AA-43BC-BBAF-1B23AEF6C484}" presName="root" presStyleCnt="0">
        <dgm:presLayoutVars>
          <dgm:dir/>
          <dgm:resizeHandles val="exact"/>
        </dgm:presLayoutVars>
      </dgm:prSet>
      <dgm:spPr/>
    </dgm:pt>
    <dgm:pt modelId="{82CD518E-CE33-45B8-8291-9A98FC27F9E1}" type="pres">
      <dgm:prSet presAssocID="{BE84BC3D-2194-48FB-8A9E-B4D4E803E961}" presName="compNode" presStyleCnt="0"/>
      <dgm:spPr/>
    </dgm:pt>
    <dgm:pt modelId="{B07D077E-871B-4208-B842-A805F3F84D68}" type="pres">
      <dgm:prSet presAssocID="{BE84BC3D-2194-48FB-8A9E-B4D4E803E961}" presName="iconBgRect" presStyleLbl="bgShp" presStyleIdx="0" presStyleCnt="3"/>
      <dgm:spPr/>
    </dgm:pt>
    <dgm:pt modelId="{AC2701D9-C0C1-49E6-92FC-40077BF027A0}" type="pres">
      <dgm:prSet presAssocID="{BE84BC3D-2194-48FB-8A9E-B4D4E803E96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at Bubble"/>
        </a:ext>
      </dgm:extLst>
    </dgm:pt>
    <dgm:pt modelId="{39467D17-4C92-44BE-8396-DB66F7F22CB2}" type="pres">
      <dgm:prSet presAssocID="{BE84BC3D-2194-48FB-8A9E-B4D4E803E961}" presName="spaceRect" presStyleCnt="0"/>
      <dgm:spPr/>
    </dgm:pt>
    <dgm:pt modelId="{C8BD849A-FAF5-4E04-942D-AFBE4F4541CE}" type="pres">
      <dgm:prSet presAssocID="{BE84BC3D-2194-48FB-8A9E-B4D4E803E961}" presName="textRect" presStyleLbl="revTx" presStyleIdx="0" presStyleCnt="3">
        <dgm:presLayoutVars>
          <dgm:chMax val="1"/>
          <dgm:chPref val="1"/>
        </dgm:presLayoutVars>
      </dgm:prSet>
      <dgm:spPr/>
    </dgm:pt>
    <dgm:pt modelId="{47EAA49E-E534-496F-9344-C68BD1860E9B}" type="pres">
      <dgm:prSet presAssocID="{CADB1788-1F51-4DA9-A2D2-13CE385DD269}" presName="sibTrans" presStyleCnt="0"/>
      <dgm:spPr/>
    </dgm:pt>
    <dgm:pt modelId="{1755A3EE-EA4F-4B96-8A1E-49FEA587EFEB}" type="pres">
      <dgm:prSet presAssocID="{24BB883F-8D0C-4E2E-B08A-8B8A7277A225}" presName="compNode" presStyleCnt="0"/>
      <dgm:spPr/>
    </dgm:pt>
    <dgm:pt modelId="{3BC15C15-BCEF-4943-B88A-3B9F12A8491B}" type="pres">
      <dgm:prSet presAssocID="{24BB883F-8D0C-4E2E-B08A-8B8A7277A225}" presName="iconBgRect" presStyleLbl="bgShp" presStyleIdx="1" presStyleCnt="3"/>
      <dgm:spPr/>
    </dgm:pt>
    <dgm:pt modelId="{8BF0E90C-EEB8-4802-B1A4-A0E836C68976}" type="pres">
      <dgm:prSet presAssocID="{24BB883F-8D0C-4E2E-B08A-8B8A7277A22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erson with Idea"/>
        </a:ext>
      </dgm:extLst>
    </dgm:pt>
    <dgm:pt modelId="{DDD0C0B4-4540-4E19-A33A-69086BE1E0C7}" type="pres">
      <dgm:prSet presAssocID="{24BB883F-8D0C-4E2E-B08A-8B8A7277A225}" presName="spaceRect" presStyleCnt="0"/>
      <dgm:spPr/>
    </dgm:pt>
    <dgm:pt modelId="{51172093-DCDC-4BDB-AA72-C50FB13F4180}" type="pres">
      <dgm:prSet presAssocID="{24BB883F-8D0C-4E2E-B08A-8B8A7277A225}" presName="textRect" presStyleLbl="revTx" presStyleIdx="1" presStyleCnt="3">
        <dgm:presLayoutVars>
          <dgm:chMax val="1"/>
          <dgm:chPref val="1"/>
        </dgm:presLayoutVars>
      </dgm:prSet>
      <dgm:spPr/>
    </dgm:pt>
    <dgm:pt modelId="{6D1F69D8-E216-4EDF-9D00-2DB3096AE431}" type="pres">
      <dgm:prSet presAssocID="{BD6E5B55-4568-4E70-AD8F-263F1C0E64EB}" presName="sibTrans" presStyleCnt="0"/>
      <dgm:spPr/>
    </dgm:pt>
    <dgm:pt modelId="{8596059F-BF7A-4843-A6E7-67C7033330B7}" type="pres">
      <dgm:prSet presAssocID="{D134669B-DB54-4053-8419-1281EC5689A2}" presName="compNode" presStyleCnt="0"/>
      <dgm:spPr/>
    </dgm:pt>
    <dgm:pt modelId="{BB460C01-632C-4F25-AFBA-CCC7B0E1420F}" type="pres">
      <dgm:prSet presAssocID="{D134669B-DB54-4053-8419-1281EC5689A2}" presName="iconBgRect" presStyleLbl="bgShp" presStyleIdx="2" presStyleCnt="3"/>
      <dgm:spPr/>
    </dgm:pt>
    <dgm:pt modelId="{5BCBBD26-C3EF-46C3-97AB-3A07D950C796}" type="pres">
      <dgm:prSet presAssocID="{D134669B-DB54-4053-8419-1281EC5689A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Программист"/>
        </a:ext>
      </dgm:extLst>
    </dgm:pt>
    <dgm:pt modelId="{8B8435F6-27AD-4658-89EF-1116274445A8}" type="pres">
      <dgm:prSet presAssocID="{D134669B-DB54-4053-8419-1281EC5689A2}" presName="spaceRect" presStyleCnt="0"/>
      <dgm:spPr/>
    </dgm:pt>
    <dgm:pt modelId="{2DE94A5C-2A7E-431D-9FD3-8EF4EC4B922A}" type="pres">
      <dgm:prSet presAssocID="{D134669B-DB54-4053-8419-1281EC5689A2}" presName="textRect" presStyleLbl="revTx" presStyleIdx="2" presStyleCnt="3">
        <dgm:presLayoutVars>
          <dgm:chMax val="1"/>
          <dgm:chPref val="1"/>
        </dgm:presLayoutVars>
      </dgm:prSet>
      <dgm:spPr/>
    </dgm:pt>
  </dgm:ptLst>
  <dgm:cxnLst>
    <dgm:cxn modelId="{3F4A0967-7BF3-427F-8C6D-89DB9E08B319}" srcId="{5A30ECF1-53AA-43BC-BBAF-1B23AEF6C484}" destId="{D134669B-DB54-4053-8419-1281EC5689A2}" srcOrd="2" destOrd="0" parTransId="{809D9408-981F-40A2-95E1-616753C6EBA8}" sibTransId="{0756B130-E13B-4531-9126-3EAB0DADE664}"/>
    <dgm:cxn modelId="{87567D4A-C0E4-4780-9BC7-576B188FC365}" srcId="{5A30ECF1-53AA-43BC-BBAF-1B23AEF6C484}" destId="{24BB883F-8D0C-4E2E-B08A-8B8A7277A225}" srcOrd="1" destOrd="0" parTransId="{165D4A25-FE72-43C6-A0B5-318CA54D4ADE}" sibTransId="{BD6E5B55-4568-4E70-AD8F-263F1C0E64EB}"/>
    <dgm:cxn modelId="{79071351-63A6-4F23-9BFC-136FF72601A9}" srcId="{5A30ECF1-53AA-43BC-BBAF-1B23AEF6C484}" destId="{BE84BC3D-2194-48FB-8A9E-B4D4E803E961}" srcOrd="0" destOrd="0" parTransId="{2F2C3006-8E23-4C65-95FC-866A8B64D06D}" sibTransId="{CADB1788-1F51-4DA9-A2D2-13CE385DD269}"/>
    <dgm:cxn modelId="{BDECE375-55E7-49F0-A43D-891DC0BCBAAE}" type="presOf" srcId="{5A30ECF1-53AA-43BC-BBAF-1B23AEF6C484}" destId="{723340B7-D9FF-4E99-AA31-FD551C8269CD}" srcOrd="0" destOrd="0" presId="urn:microsoft.com/office/officeart/2018/5/layout/IconCircleLabelList"/>
    <dgm:cxn modelId="{7EBE50A1-0DE5-43E6-9730-BA9928447FCC}" type="presOf" srcId="{D134669B-DB54-4053-8419-1281EC5689A2}" destId="{2DE94A5C-2A7E-431D-9FD3-8EF4EC4B922A}" srcOrd="0" destOrd="0" presId="urn:microsoft.com/office/officeart/2018/5/layout/IconCircleLabelList"/>
    <dgm:cxn modelId="{C4772BE5-8B12-406C-8931-30419425D332}" type="presOf" srcId="{24BB883F-8D0C-4E2E-B08A-8B8A7277A225}" destId="{51172093-DCDC-4BDB-AA72-C50FB13F4180}" srcOrd="0" destOrd="0" presId="urn:microsoft.com/office/officeart/2018/5/layout/IconCircleLabelList"/>
    <dgm:cxn modelId="{81F7BBF5-8140-42D1-91C6-B7E2B83BA9E2}" type="presOf" srcId="{BE84BC3D-2194-48FB-8A9E-B4D4E803E961}" destId="{C8BD849A-FAF5-4E04-942D-AFBE4F4541CE}" srcOrd="0" destOrd="0" presId="urn:microsoft.com/office/officeart/2018/5/layout/IconCircleLabelList"/>
    <dgm:cxn modelId="{6AF8CBA9-8B5A-4A00-969C-4F6D97F0AFE5}" type="presParOf" srcId="{723340B7-D9FF-4E99-AA31-FD551C8269CD}" destId="{82CD518E-CE33-45B8-8291-9A98FC27F9E1}" srcOrd="0" destOrd="0" presId="urn:microsoft.com/office/officeart/2018/5/layout/IconCircleLabelList"/>
    <dgm:cxn modelId="{099971A2-F3FA-4A04-B227-680A68AAAC53}" type="presParOf" srcId="{82CD518E-CE33-45B8-8291-9A98FC27F9E1}" destId="{B07D077E-871B-4208-B842-A805F3F84D68}" srcOrd="0" destOrd="0" presId="urn:microsoft.com/office/officeart/2018/5/layout/IconCircleLabelList"/>
    <dgm:cxn modelId="{C41DCD00-114B-4CEC-9D12-82F8D7C60884}" type="presParOf" srcId="{82CD518E-CE33-45B8-8291-9A98FC27F9E1}" destId="{AC2701D9-C0C1-49E6-92FC-40077BF027A0}" srcOrd="1" destOrd="0" presId="urn:microsoft.com/office/officeart/2018/5/layout/IconCircleLabelList"/>
    <dgm:cxn modelId="{56C677D7-064F-490A-8226-04BB3DC74340}" type="presParOf" srcId="{82CD518E-CE33-45B8-8291-9A98FC27F9E1}" destId="{39467D17-4C92-44BE-8396-DB66F7F22CB2}" srcOrd="2" destOrd="0" presId="urn:microsoft.com/office/officeart/2018/5/layout/IconCircleLabelList"/>
    <dgm:cxn modelId="{9E260A65-8741-4B92-82CB-FB5F14B5C9E7}" type="presParOf" srcId="{82CD518E-CE33-45B8-8291-9A98FC27F9E1}" destId="{C8BD849A-FAF5-4E04-942D-AFBE4F4541CE}" srcOrd="3" destOrd="0" presId="urn:microsoft.com/office/officeart/2018/5/layout/IconCircleLabelList"/>
    <dgm:cxn modelId="{A3077D23-EFCC-4C33-97D5-C4758AEED8EC}" type="presParOf" srcId="{723340B7-D9FF-4E99-AA31-FD551C8269CD}" destId="{47EAA49E-E534-496F-9344-C68BD1860E9B}" srcOrd="1" destOrd="0" presId="urn:microsoft.com/office/officeart/2018/5/layout/IconCircleLabelList"/>
    <dgm:cxn modelId="{F8C37C87-EF03-4BC3-B0CE-189A7800601F}" type="presParOf" srcId="{723340B7-D9FF-4E99-AA31-FD551C8269CD}" destId="{1755A3EE-EA4F-4B96-8A1E-49FEA587EFEB}" srcOrd="2" destOrd="0" presId="urn:microsoft.com/office/officeart/2018/5/layout/IconCircleLabelList"/>
    <dgm:cxn modelId="{C442C2F0-72FE-4237-BFB0-6029A025DDE2}" type="presParOf" srcId="{1755A3EE-EA4F-4B96-8A1E-49FEA587EFEB}" destId="{3BC15C15-BCEF-4943-B88A-3B9F12A8491B}" srcOrd="0" destOrd="0" presId="urn:microsoft.com/office/officeart/2018/5/layout/IconCircleLabelList"/>
    <dgm:cxn modelId="{4D008169-1889-4FA7-A2F4-8BC858DD525C}" type="presParOf" srcId="{1755A3EE-EA4F-4B96-8A1E-49FEA587EFEB}" destId="{8BF0E90C-EEB8-4802-B1A4-A0E836C68976}" srcOrd="1" destOrd="0" presId="urn:microsoft.com/office/officeart/2018/5/layout/IconCircleLabelList"/>
    <dgm:cxn modelId="{CB1F3AA9-F415-41CB-9C93-B792F3CFB773}" type="presParOf" srcId="{1755A3EE-EA4F-4B96-8A1E-49FEA587EFEB}" destId="{DDD0C0B4-4540-4E19-A33A-69086BE1E0C7}" srcOrd="2" destOrd="0" presId="urn:microsoft.com/office/officeart/2018/5/layout/IconCircleLabelList"/>
    <dgm:cxn modelId="{DC317D74-BE3E-4832-B939-F072E08756B5}" type="presParOf" srcId="{1755A3EE-EA4F-4B96-8A1E-49FEA587EFEB}" destId="{51172093-DCDC-4BDB-AA72-C50FB13F4180}" srcOrd="3" destOrd="0" presId="urn:microsoft.com/office/officeart/2018/5/layout/IconCircleLabelList"/>
    <dgm:cxn modelId="{F9BF47B6-EEE7-438C-8D35-9C3103E88AA4}" type="presParOf" srcId="{723340B7-D9FF-4E99-AA31-FD551C8269CD}" destId="{6D1F69D8-E216-4EDF-9D00-2DB3096AE431}" srcOrd="3" destOrd="0" presId="urn:microsoft.com/office/officeart/2018/5/layout/IconCircleLabelList"/>
    <dgm:cxn modelId="{D89236CE-6880-476A-8EFF-D54BD7CBAFEE}" type="presParOf" srcId="{723340B7-D9FF-4E99-AA31-FD551C8269CD}" destId="{8596059F-BF7A-4843-A6E7-67C7033330B7}" srcOrd="4" destOrd="0" presId="urn:microsoft.com/office/officeart/2018/5/layout/IconCircleLabelList"/>
    <dgm:cxn modelId="{67887E67-04ED-4CA8-98E8-1B6B1CCEAECE}" type="presParOf" srcId="{8596059F-BF7A-4843-A6E7-67C7033330B7}" destId="{BB460C01-632C-4F25-AFBA-CCC7B0E1420F}" srcOrd="0" destOrd="0" presId="urn:microsoft.com/office/officeart/2018/5/layout/IconCircleLabelList"/>
    <dgm:cxn modelId="{03176CB7-5D38-4E99-B00D-D17C557EA32C}" type="presParOf" srcId="{8596059F-BF7A-4843-A6E7-67C7033330B7}" destId="{5BCBBD26-C3EF-46C3-97AB-3A07D950C796}" srcOrd="1" destOrd="0" presId="urn:microsoft.com/office/officeart/2018/5/layout/IconCircleLabelList"/>
    <dgm:cxn modelId="{8D585F51-D40E-4873-A09E-A3DD94BED912}" type="presParOf" srcId="{8596059F-BF7A-4843-A6E7-67C7033330B7}" destId="{8B8435F6-27AD-4658-89EF-1116274445A8}" srcOrd="2" destOrd="0" presId="urn:microsoft.com/office/officeart/2018/5/layout/IconCircleLabelList"/>
    <dgm:cxn modelId="{3CEEC66A-85A1-4685-AA8F-2C5D507072E9}" type="presParOf" srcId="{8596059F-BF7A-4843-A6E7-67C7033330B7}" destId="{2DE94A5C-2A7E-431D-9FD3-8EF4EC4B922A}"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7D077E-871B-4208-B842-A805F3F84D68}">
      <dsp:nvSpPr>
        <dsp:cNvPr id="0" name=""/>
        <dsp:cNvSpPr/>
      </dsp:nvSpPr>
      <dsp:spPr>
        <a:xfrm>
          <a:off x="483305" y="491420"/>
          <a:ext cx="1303875" cy="130387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2701D9-C0C1-49E6-92FC-40077BF027A0}">
      <dsp:nvSpPr>
        <dsp:cNvPr id="0" name=""/>
        <dsp:cNvSpPr/>
      </dsp:nvSpPr>
      <dsp:spPr>
        <a:xfrm>
          <a:off x="761180" y="769295"/>
          <a:ext cx="748125" cy="7481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8BD849A-FAF5-4E04-942D-AFBE4F4541CE}">
      <dsp:nvSpPr>
        <dsp:cNvPr id="0" name=""/>
        <dsp:cNvSpPr/>
      </dsp:nvSpPr>
      <dsp:spPr>
        <a:xfrm>
          <a:off x="66492" y="2201420"/>
          <a:ext cx="2137500" cy="23489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1" kern="1200" dirty="0">
              <a:solidFill>
                <a:schemeClr val="accent2"/>
              </a:solidFill>
              <a:latin typeface="Open Sans"/>
            </a:rPr>
            <a:t>Purpose. </a:t>
          </a:r>
          <a:r>
            <a:rPr lang="en-US" sz="1100" kern="1200" dirty="0">
              <a:latin typeface="Open Sans"/>
            </a:rPr>
            <a:t>The purpose of the project is to create a simple Telegram bot that can react to different types of messages in private and public chats. In addition, it has some chat management functions, such as kicking a member of the chat and deleting a message.</a:t>
          </a:r>
        </a:p>
      </dsp:txBody>
      <dsp:txXfrm>
        <a:off x="66492" y="2201420"/>
        <a:ext cx="2137500" cy="2348987"/>
      </dsp:txXfrm>
    </dsp:sp>
    <dsp:sp modelId="{3BC15C15-BCEF-4943-B88A-3B9F12A8491B}">
      <dsp:nvSpPr>
        <dsp:cNvPr id="0" name=""/>
        <dsp:cNvSpPr/>
      </dsp:nvSpPr>
      <dsp:spPr>
        <a:xfrm>
          <a:off x="2994867" y="491420"/>
          <a:ext cx="1303875" cy="130387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F0E90C-EEB8-4802-B1A4-A0E836C68976}">
      <dsp:nvSpPr>
        <dsp:cNvPr id="0" name=""/>
        <dsp:cNvSpPr/>
      </dsp:nvSpPr>
      <dsp:spPr>
        <a:xfrm>
          <a:off x="3272742" y="769295"/>
          <a:ext cx="748125" cy="7481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1172093-DCDC-4BDB-AA72-C50FB13F4180}">
      <dsp:nvSpPr>
        <dsp:cNvPr id="0" name=""/>
        <dsp:cNvSpPr/>
      </dsp:nvSpPr>
      <dsp:spPr>
        <a:xfrm>
          <a:off x="2578055" y="2201420"/>
          <a:ext cx="2137500" cy="23489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1" kern="1200" dirty="0">
              <a:solidFill>
                <a:schemeClr val="accent3">
                  <a:lumMod val="60000"/>
                  <a:lumOff val="40000"/>
                </a:schemeClr>
              </a:solidFill>
              <a:latin typeface="Open Sans"/>
            </a:rPr>
            <a:t>Main idea. </a:t>
          </a:r>
          <a:r>
            <a:rPr lang="en-US" sz="1100" kern="1200" dirty="0">
              <a:latin typeface="Open Sans"/>
            </a:rPr>
            <a:t>The main idea of the bot is that it can receive messages from users and react to them according to their type. For example, the bot will answer audio messages and video messages in two different ways. Also, it has two modes in which the bot can operate. The mode is chosen by the users, and every user will have different modes according to their choice.</a:t>
          </a:r>
        </a:p>
      </dsp:txBody>
      <dsp:txXfrm>
        <a:off x="2578055" y="2201420"/>
        <a:ext cx="2137500" cy="2348987"/>
      </dsp:txXfrm>
    </dsp:sp>
    <dsp:sp modelId="{BB460C01-632C-4F25-AFBA-CCC7B0E1420F}">
      <dsp:nvSpPr>
        <dsp:cNvPr id="0" name=""/>
        <dsp:cNvSpPr/>
      </dsp:nvSpPr>
      <dsp:spPr>
        <a:xfrm>
          <a:off x="5506430" y="491420"/>
          <a:ext cx="1303875" cy="130387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CBBD26-C3EF-46C3-97AB-3A07D950C796}">
      <dsp:nvSpPr>
        <dsp:cNvPr id="0" name=""/>
        <dsp:cNvSpPr/>
      </dsp:nvSpPr>
      <dsp:spPr>
        <a:xfrm>
          <a:off x="5784305" y="769295"/>
          <a:ext cx="748125" cy="74812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DE94A5C-2A7E-431D-9FD3-8EF4EC4B922A}">
      <dsp:nvSpPr>
        <dsp:cNvPr id="0" name=""/>
        <dsp:cNvSpPr/>
      </dsp:nvSpPr>
      <dsp:spPr>
        <a:xfrm>
          <a:off x="5089617" y="2201420"/>
          <a:ext cx="2137500" cy="23489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1" kern="1200" dirty="0">
              <a:solidFill>
                <a:schemeClr val="accent3">
                  <a:lumMod val="75000"/>
                </a:schemeClr>
              </a:solidFill>
              <a:latin typeface="Open Sans"/>
            </a:rPr>
            <a:t>Software. </a:t>
          </a:r>
          <a:r>
            <a:rPr lang="en-US" sz="1100" kern="1200" dirty="0">
              <a:latin typeface="Open Sans"/>
            </a:rPr>
            <a:t>PyCharm IDE, Python PL</a:t>
          </a:r>
        </a:p>
      </dsp:txBody>
      <dsp:txXfrm>
        <a:off x="5089617" y="2201420"/>
        <a:ext cx="2137500" cy="2348987"/>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ru-RU"/>
              <a:t>Образец заголовка</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F1EC5186-0026-4689-983F-AD1E948FC6E4}" type="datetimeFigureOut">
              <a:rPr lang="ru-RU" smtClean="0"/>
              <a:t>22.11.2020</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6D780A6-A170-43B6-9373-EA80DA8DD80B}" type="slidenum">
              <a:rPr lang="ru-RU" smtClean="0"/>
              <a:t>‹#›</a:t>
            </a:fld>
            <a:endParaRPr lang="ru-RU"/>
          </a:p>
        </p:txBody>
      </p:sp>
    </p:spTree>
    <p:extLst>
      <p:ext uri="{BB962C8B-B14F-4D97-AF65-F5344CB8AC3E}">
        <p14:creationId xmlns:p14="http://schemas.microsoft.com/office/powerpoint/2010/main" val="3751360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F1EC5186-0026-4689-983F-AD1E948FC6E4}" type="datetimeFigureOut">
              <a:rPr lang="ru-RU" smtClean="0"/>
              <a:t>22.11.2020</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6D780A6-A170-43B6-9373-EA80DA8DD80B}" type="slidenum">
              <a:rPr lang="ru-RU" smtClean="0"/>
              <a:t>‹#›</a:t>
            </a:fld>
            <a:endParaRPr lang="ru-RU"/>
          </a:p>
        </p:txBody>
      </p:sp>
    </p:spTree>
    <p:extLst>
      <p:ext uri="{BB962C8B-B14F-4D97-AF65-F5344CB8AC3E}">
        <p14:creationId xmlns:p14="http://schemas.microsoft.com/office/powerpoint/2010/main" val="4022173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ru-RU"/>
              <a:t>Образец заголовка</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F1EC5186-0026-4689-983F-AD1E948FC6E4}" type="datetimeFigureOut">
              <a:rPr lang="ru-RU" smtClean="0"/>
              <a:t>22.11.2020</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6D780A6-A170-43B6-9373-EA80DA8DD80B}" type="slidenum">
              <a:rPr lang="ru-RU" smtClean="0"/>
              <a:t>‹#›</a:t>
            </a:fld>
            <a:endParaRPr lang="ru-RU"/>
          </a:p>
        </p:txBody>
      </p:sp>
    </p:spTree>
    <p:extLst>
      <p:ext uri="{BB962C8B-B14F-4D97-AF65-F5344CB8AC3E}">
        <p14:creationId xmlns:p14="http://schemas.microsoft.com/office/powerpoint/2010/main" val="538392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8" name="Date Placeholder 7"/>
          <p:cNvSpPr>
            <a:spLocks noGrp="1"/>
          </p:cNvSpPr>
          <p:nvPr>
            <p:ph type="dt" sz="half" idx="10"/>
          </p:nvPr>
        </p:nvSpPr>
        <p:spPr/>
        <p:txBody>
          <a:bodyPr/>
          <a:lstStyle/>
          <a:p>
            <a:fld id="{F1EC5186-0026-4689-983F-AD1E948FC6E4}" type="datetimeFigureOut">
              <a:rPr lang="ru-RU" smtClean="0"/>
              <a:t>22.11.2020</a:t>
            </a:fld>
            <a:endParaRPr lang="ru-RU"/>
          </a:p>
        </p:txBody>
      </p:sp>
      <p:sp>
        <p:nvSpPr>
          <p:cNvPr id="9" name="Footer Placeholder 8"/>
          <p:cNvSpPr>
            <a:spLocks noGrp="1"/>
          </p:cNvSpPr>
          <p:nvPr>
            <p:ph type="ftr" sz="quarter" idx="11"/>
          </p:nvPr>
        </p:nvSpPr>
        <p:spPr/>
        <p:txBody>
          <a:bodyPr/>
          <a:lstStyle/>
          <a:p>
            <a:endParaRPr lang="ru-RU"/>
          </a:p>
        </p:txBody>
      </p:sp>
      <p:sp>
        <p:nvSpPr>
          <p:cNvPr id="10" name="Slide Number Placeholder 9"/>
          <p:cNvSpPr>
            <a:spLocks noGrp="1"/>
          </p:cNvSpPr>
          <p:nvPr>
            <p:ph type="sldNum" sz="quarter" idx="12"/>
          </p:nvPr>
        </p:nvSpPr>
        <p:spPr/>
        <p:txBody>
          <a:bodyPr/>
          <a:lstStyle/>
          <a:p>
            <a:fld id="{F6D780A6-A170-43B6-9373-EA80DA8DD80B}" type="slidenum">
              <a:rPr lang="ru-RU" smtClean="0"/>
              <a:t>‹#›</a:t>
            </a:fld>
            <a:endParaRPr lang="ru-RU"/>
          </a:p>
        </p:txBody>
      </p:sp>
    </p:spTree>
    <p:extLst>
      <p:ext uri="{BB962C8B-B14F-4D97-AF65-F5344CB8AC3E}">
        <p14:creationId xmlns:p14="http://schemas.microsoft.com/office/powerpoint/2010/main" val="3513691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ru-RU"/>
              <a:t>Образец заголовка</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2" name="Date Placeholder 1"/>
          <p:cNvSpPr>
            <a:spLocks noGrp="1"/>
          </p:cNvSpPr>
          <p:nvPr>
            <p:ph type="dt" sz="half" idx="10"/>
          </p:nvPr>
        </p:nvSpPr>
        <p:spPr/>
        <p:txBody>
          <a:bodyPr/>
          <a:lstStyle/>
          <a:p>
            <a:fld id="{F1EC5186-0026-4689-983F-AD1E948FC6E4}" type="datetimeFigureOut">
              <a:rPr lang="ru-RU" smtClean="0"/>
              <a:t>22.11.2020</a:t>
            </a:fld>
            <a:endParaRPr lang="ru-RU"/>
          </a:p>
        </p:txBody>
      </p:sp>
      <p:sp>
        <p:nvSpPr>
          <p:cNvPr id="11" name="Footer Placeholder 10"/>
          <p:cNvSpPr>
            <a:spLocks noGrp="1"/>
          </p:cNvSpPr>
          <p:nvPr>
            <p:ph type="ftr" sz="quarter" idx="11"/>
          </p:nvPr>
        </p:nvSpPr>
        <p:spPr/>
        <p:txBody>
          <a:bodyPr/>
          <a:lstStyle/>
          <a:p>
            <a:endParaRPr lang="ru-RU"/>
          </a:p>
        </p:txBody>
      </p:sp>
      <p:sp>
        <p:nvSpPr>
          <p:cNvPr id="12" name="Slide Number Placeholder 11"/>
          <p:cNvSpPr>
            <a:spLocks noGrp="1"/>
          </p:cNvSpPr>
          <p:nvPr>
            <p:ph type="sldNum" sz="quarter" idx="12"/>
          </p:nvPr>
        </p:nvSpPr>
        <p:spPr/>
        <p:txBody>
          <a:bodyPr/>
          <a:lstStyle/>
          <a:p>
            <a:fld id="{F6D780A6-A170-43B6-9373-EA80DA8DD80B}" type="slidenum">
              <a:rPr lang="ru-RU" smtClean="0"/>
              <a:t>‹#›</a:t>
            </a:fld>
            <a:endParaRPr lang="ru-RU"/>
          </a:p>
        </p:txBody>
      </p:sp>
    </p:spTree>
    <p:extLst>
      <p:ext uri="{BB962C8B-B14F-4D97-AF65-F5344CB8AC3E}">
        <p14:creationId xmlns:p14="http://schemas.microsoft.com/office/powerpoint/2010/main" val="3735548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ru-RU"/>
              <a:t>Образец заголовка</a:t>
            </a:r>
            <a:endParaRPr lang="en-US" dirty="0"/>
          </a:p>
        </p:txBody>
      </p:sp>
      <p:sp>
        <p:nvSpPr>
          <p:cNvPr id="2" name="Date Placeholder 1"/>
          <p:cNvSpPr>
            <a:spLocks noGrp="1"/>
          </p:cNvSpPr>
          <p:nvPr>
            <p:ph type="dt" sz="half" idx="10"/>
          </p:nvPr>
        </p:nvSpPr>
        <p:spPr/>
        <p:txBody>
          <a:bodyPr/>
          <a:lstStyle/>
          <a:p>
            <a:fld id="{F1EC5186-0026-4689-983F-AD1E948FC6E4}" type="datetimeFigureOut">
              <a:rPr lang="ru-RU" smtClean="0"/>
              <a:t>22.11.2020</a:t>
            </a:fld>
            <a:endParaRPr lang="ru-RU"/>
          </a:p>
        </p:txBody>
      </p:sp>
      <p:sp>
        <p:nvSpPr>
          <p:cNvPr id="7" name="Footer Placeholder 6"/>
          <p:cNvSpPr>
            <a:spLocks noGrp="1"/>
          </p:cNvSpPr>
          <p:nvPr>
            <p:ph type="ftr" sz="quarter" idx="11"/>
          </p:nvPr>
        </p:nvSpPr>
        <p:spPr/>
        <p:txBody>
          <a:bodyPr/>
          <a:lstStyle/>
          <a:p>
            <a:endParaRPr lang="ru-RU"/>
          </a:p>
        </p:txBody>
      </p:sp>
      <p:sp>
        <p:nvSpPr>
          <p:cNvPr id="8" name="Slide Number Placeholder 7"/>
          <p:cNvSpPr>
            <a:spLocks noGrp="1"/>
          </p:cNvSpPr>
          <p:nvPr>
            <p:ph type="sldNum" sz="quarter" idx="12"/>
          </p:nvPr>
        </p:nvSpPr>
        <p:spPr/>
        <p:txBody>
          <a:bodyPr/>
          <a:lstStyle/>
          <a:p>
            <a:fld id="{F6D780A6-A170-43B6-9373-EA80DA8DD80B}" type="slidenum">
              <a:rPr lang="ru-RU" smtClean="0"/>
              <a:t>‹#›</a:t>
            </a:fld>
            <a:endParaRPr lang="ru-RU"/>
          </a:p>
        </p:txBody>
      </p:sp>
    </p:spTree>
    <p:extLst>
      <p:ext uri="{BB962C8B-B14F-4D97-AF65-F5344CB8AC3E}">
        <p14:creationId xmlns:p14="http://schemas.microsoft.com/office/powerpoint/2010/main" val="332856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F1EC5186-0026-4689-983F-AD1E948FC6E4}" type="datetimeFigureOut">
              <a:rPr lang="ru-RU" smtClean="0"/>
              <a:t>22.11.2020</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F6D780A6-A170-43B6-9373-EA80DA8DD80B}" type="slidenum">
              <a:rPr lang="ru-RU" smtClean="0"/>
              <a:t>‹#›</a:t>
            </a:fld>
            <a:endParaRPr lang="ru-RU"/>
          </a:p>
        </p:txBody>
      </p:sp>
    </p:spTree>
    <p:extLst>
      <p:ext uri="{BB962C8B-B14F-4D97-AF65-F5344CB8AC3E}">
        <p14:creationId xmlns:p14="http://schemas.microsoft.com/office/powerpoint/2010/main" val="3453890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ru-RU"/>
              <a:t>Образец заголовка</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8" name="Date Placeholder 7"/>
          <p:cNvSpPr>
            <a:spLocks noGrp="1"/>
          </p:cNvSpPr>
          <p:nvPr>
            <p:ph type="dt" sz="half" idx="10"/>
          </p:nvPr>
        </p:nvSpPr>
        <p:spPr/>
        <p:txBody>
          <a:bodyPr/>
          <a:lstStyle/>
          <a:p>
            <a:fld id="{F1EC5186-0026-4689-983F-AD1E948FC6E4}" type="datetimeFigureOut">
              <a:rPr lang="ru-RU" smtClean="0"/>
              <a:t>22.11.2020</a:t>
            </a:fld>
            <a:endParaRPr lang="ru-RU"/>
          </a:p>
        </p:txBody>
      </p:sp>
      <p:sp>
        <p:nvSpPr>
          <p:cNvPr id="9" name="Footer Placeholder 8"/>
          <p:cNvSpPr>
            <a:spLocks noGrp="1"/>
          </p:cNvSpPr>
          <p:nvPr>
            <p:ph type="ftr" sz="quarter" idx="11"/>
          </p:nvPr>
        </p:nvSpPr>
        <p:spPr/>
        <p:txBody>
          <a:bodyPr/>
          <a:lstStyle/>
          <a:p>
            <a:endParaRPr lang="ru-RU"/>
          </a:p>
        </p:txBody>
      </p:sp>
      <p:sp>
        <p:nvSpPr>
          <p:cNvPr id="10" name="Slide Number Placeholder 9"/>
          <p:cNvSpPr>
            <a:spLocks noGrp="1"/>
          </p:cNvSpPr>
          <p:nvPr>
            <p:ph type="sldNum" sz="quarter" idx="12"/>
          </p:nvPr>
        </p:nvSpPr>
        <p:spPr/>
        <p:txBody>
          <a:bodyPr/>
          <a:lstStyle/>
          <a:p>
            <a:fld id="{F6D780A6-A170-43B6-9373-EA80DA8DD80B}" type="slidenum">
              <a:rPr lang="ru-RU" smtClean="0"/>
              <a:t>‹#›</a:t>
            </a:fld>
            <a:endParaRPr lang="ru-RU"/>
          </a:p>
        </p:txBody>
      </p:sp>
    </p:spTree>
    <p:extLst>
      <p:ext uri="{BB962C8B-B14F-4D97-AF65-F5344CB8AC3E}">
        <p14:creationId xmlns:p14="http://schemas.microsoft.com/office/powerpoint/2010/main" val="3271560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ru-RU"/>
              <a:t>Образец заголовка</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50000"/>
              <a:lumOff val="5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8" name="Date Placeholder 7"/>
          <p:cNvSpPr>
            <a:spLocks noGrp="1"/>
          </p:cNvSpPr>
          <p:nvPr>
            <p:ph type="dt" sz="half" idx="10"/>
          </p:nvPr>
        </p:nvSpPr>
        <p:spPr/>
        <p:txBody>
          <a:bodyPr/>
          <a:lstStyle/>
          <a:p>
            <a:fld id="{F1EC5186-0026-4689-983F-AD1E948FC6E4}" type="datetimeFigureOut">
              <a:rPr lang="ru-RU" smtClean="0"/>
              <a:t>22.11.2020</a:t>
            </a:fld>
            <a:endParaRPr lang="ru-RU"/>
          </a:p>
        </p:txBody>
      </p:sp>
      <p:sp>
        <p:nvSpPr>
          <p:cNvPr id="9" name="Footer Placeholder 8"/>
          <p:cNvSpPr>
            <a:spLocks noGrp="1"/>
          </p:cNvSpPr>
          <p:nvPr>
            <p:ph type="ftr" sz="quarter" idx="11"/>
          </p:nvPr>
        </p:nvSpPr>
        <p:spPr>
          <a:xfrm>
            <a:off x="3499101" y="6356350"/>
            <a:ext cx="5911517" cy="365125"/>
          </a:xfrm>
        </p:spPr>
        <p:txBody>
          <a:bodyPr/>
          <a:lstStyle/>
          <a:p>
            <a:endParaRPr lang="ru-RU"/>
          </a:p>
        </p:txBody>
      </p:sp>
      <p:sp>
        <p:nvSpPr>
          <p:cNvPr id="10" name="Slide Number Placeholder 9"/>
          <p:cNvSpPr>
            <a:spLocks noGrp="1"/>
          </p:cNvSpPr>
          <p:nvPr>
            <p:ph type="sldNum" sz="quarter" idx="12"/>
          </p:nvPr>
        </p:nvSpPr>
        <p:spPr/>
        <p:txBody>
          <a:bodyPr/>
          <a:lstStyle/>
          <a:p>
            <a:fld id="{F6D780A6-A170-43B6-9373-EA80DA8DD80B}" type="slidenum">
              <a:rPr lang="ru-RU" smtClean="0"/>
              <a:t>‹#›</a:t>
            </a:fld>
            <a:endParaRPr lang="ru-RU"/>
          </a:p>
        </p:txBody>
      </p:sp>
    </p:spTree>
    <p:extLst>
      <p:ext uri="{BB962C8B-B14F-4D97-AF65-F5344CB8AC3E}">
        <p14:creationId xmlns:p14="http://schemas.microsoft.com/office/powerpoint/2010/main" val="2452812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F1EC5186-0026-4689-983F-AD1E948FC6E4}" type="datetimeFigureOut">
              <a:rPr lang="ru-RU" smtClean="0"/>
              <a:t>22.11.2020</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F6D780A6-A170-43B6-9373-EA80DA8DD80B}" type="slidenum">
              <a:rPr lang="ru-RU" smtClean="0"/>
              <a:t>‹#›</a:t>
            </a:fld>
            <a:endParaRPr lang="ru-RU"/>
          </a:p>
        </p:txBody>
      </p:sp>
    </p:spTree>
    <p:extLst>
      <p:ext uri="{BB962C8B-B14F-4D97-AF65-F5344CB8AC3E}">
        <p14:creationId xmlns:p14="http://schemas.microsoft.com/office/powerpoint/2010/main" val="2902278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F1EC5186-0026-4689-983F-AD1E948FC6E4}" type="datetimeFigureOut">
              <a:rPr lang="ru-RU" smtClean="0"/>
              <a:t>22.11.2020</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F6D780A6-A170-43B6-9373-EA80DA8DD80B}" type="slidenum">
              <a:rPr lang="ru-RU" smtClean="0"/>
              <a:t>‹#›</a:t>
            </a:fld>
            <a:endParaRPr lang="ru-RU"/>
          </a:p>
        </p:txBody>
      </p:sp>
    </p:spTree>
    <p:extLst>
      <p:ext uri="{BB962C8B-B14F-4D97-AF65-F5344CB8AC3E}">
        <p14:creationId xmlns:p14="http://schemas.microsoft.com/office/powerpoint/2010/main" val="1438364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8" name="Rectangle 37"/>
          <p:cNvSpPr/>
          <p:nvPr/>
        </p:nvSpPr>
        <p:spPr>
          <a:xfrm>
            <a:off x="11815864" y="758952"/>
            <a:ext cx="384048" cy="5330952"/>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bg2">
                    <a:lumMod val="40000"/>
                    <a:lumOff val="60000"/>
                  </a:schemeClr>
                </a:solidFill>
              </a:defRPr>
            </a:lvl1pPr>
          </a:lstStyle>
          <a:p>
            <a:fld id="{F1EC5186-0026-4689-983F-AD1E948FC6E4}" type="datetimeFigureOut">
              <a:rPr lang="ru-RU" smtClean="0"/>
              <a:t>22.11.2020</a:t>
            </a:fld>
            <a:endParaRPr lang="ru-RU"/>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bg2">
                    <a:lumMod val="40000"/>
                    <a:lumOff val="60000"/>
                  </a:schemeClr>
                </a:solidFill>
              </a:defRPr>
            </a:lvl1pPr>
          </a:lstStyle>
          <a:p>
            <a:endParaRPr lang="ru-RU"/>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F6D780A6-A170-43B6-9373-EA80DA8DD80B}" type="slidenum">
              <a:rPr lang="ru-RU" smtClean="0"/>
              <a:t>‹#›</a:t>
            </a:fld>
            <a:endParaRPr lang="ru-RU"/>
          </a:p>
        </p:txBody>
      </p:sp>
    </p:spTree>
    <p:extLst>
      <p:ext uri="{BB962C8B-B14F-4D97-AF65-F5344CB8AC3E}">
        <p14:creationId xmlns:p14="http://schemas.microsoft.com/office/powerpoint/2010/main" val="2016363159"/>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tabLst>
          <a:tab pos="1143000" algn="l"/>
        </a:tabLst>
        <a:defRPr sz="2000" kern="1200">
          <a:solidFill>
            <a:schemeClr val="bg2">
              <a:lumMod val="20000"/>
              <a:lumOff val="80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800" kern="1200">
          <a:solidFill>
            <a:schemeClr val="bg2">
              <a:lumMod val="20000"/>
              <a:lumOff val="80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600" kern="1200">
          <a:solidFill>
            <a:schemeClr val="bg2">
              <a:lumMod val="20000"/>
              <a:lumOff val="80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2.xml"/><Relationship Id="rId5" Type="http://schemas.openxmlformats.org/officeDocument/2006/relationships/image" Target="../media/image18.jpg"/><Relationship Id="rId4" Type="http://schemas.openxmlformats.org/officeDocument/2006/relationships/image" Target="../media/image17.jpg"/></Relationships>
</file>

<file path=ppt/slides/_rels/slide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2.xml"/><Relationship Id="rId5" Type="http://schemas.openxmlformats.org/officeDocument/2006/relationships/image" Target="../media/image22.jpg"/><Relationship Id="rId4" Type="http://schemas.openxmlformats.org/officeDocument/2006/relationships/image" Target="../media/image21.jpg"/></Relationships>
</file>

<file path=ppt/slides/_rels/slide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2.xml"/><Relationship Id="rId5" Type="http://schemas.openxmlformats.org/officeDocument/2006/relationships/image" Target="../media/image26.jpg"/><Relationship Id="rId4" Type="http://schemas.openxmlformats.org/officeDocument/2006/relationships/image" Target="../media/image25.jpg"/></Relationships>
</file>

<file path=ppt/slides/_rels/slide10.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2.xml"/><Relationship Id="rId4" Type="http://schemas.openxmlformats.org/officeDocument/2006/relationships/image" Target="../media/image29.jpg"/></Relationships>
</file>

<file path=ppt/slides/_rels/slide11.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20A9CA88-93EB-4DC0-A00D-64E6AB7A08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DE84C1AD-30A9-4EF6-A8E1-7484242EF8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7552943"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Заголовок 1">
            <a:extLst>
              <a:ext uri="{FF2B5EF4-FFF2-40B4-BE49-F238E27FC236}">
                <a16:creationId xmlns:a16="http://schemas.microsoft.com/office/drawing/2014/main" id="{D43338EC-4C9D-49FE-8B44-D23517DD9CE7}"/>
              </a:ext>
            </a:extLst>
          </p:cNvPr>
          <p:cNvSpPr>
            <a:spLocks noGrp="1"/>
          </p:cNvSpPr>
          <p:nvPr>
            <p:ph type="ctrTitle"/>
          </p:nvPr>
        </p:nvSpPr>
        <p:spPr>
          <a:xfrm>
            <a:off x="1069848" y="1298448"/>
            <a:ext cx="6068070" cy="3255264"/>
          </a:xfrm>
        </p:spPr>
        <p:txBody>
          <a:bodyPr>
            <a:normAutofit/>
          </a:bodyPr>
          <a:lstStyle/>
          <a:p>
            <a:r>
              <a:rPr lang="en-US" dirty="0"/>
              <a:t>Telegram Chatbot</a:t>
            </a:r>
            <a:endParaRPr lang="ru-RU" dirty="0"/>
          </a:p>
        </p:txBody>
      </p:sp>
      <p:sp>
        <p:nvSpPr>
          <p:cNvPr id="3" name="Подзаголовок 2">
            <a:extLst>
              <a:ext uri="{FF2B5EF4-FFF2-40B4-BE49-F238E27FC236}">
                <a16:creationId xmlns:a16="http://schemas.microsoft.com/office/drawing/2014/main" id="{8EC8923C-470D-4BEF-B9A3-992F2385736B}"/>
              </a:ext>
            </a:extLst>
          </p:cNvPr>
          <p:cNvSpPr>
            <a:spLocks noGrp="1"/>
          </p:cNvSpPr>
          <p:nvPr>
            <p:ph type="subTitle" idx="1"/>
          </p:nvPr>
        </p:nvSpPr>
        <p:spPr>
          <a:xfrm>
            <a:off x="1100014" y="4670246"/>
            <a:ext cx="6037903" cy="914400"/>
          </a:xfrm>
        </p:spPr>
        <p:txBody>
          <a:bodyPr>
            <a:normAutofit/>
          </a:bodyPr>
          <a:lstStyle/>
          <a:p>
            <a:r>
              <a:rPr lang="en-US" sz="1200" dirty="0">
                <a:latin typeface="Open Sans"/>
              </a:rPr>
              <a:t>Astana IT University</a:t>
            </a:r>
          </a:p>
          <a:p>
            <a:r>
              <a:rPr lang="en-US" sz="1200" dirty="0">
                <a:latin typeface="Open Sans"/>
              </a:rPr>
              <a:t>Educational Practice project</a:t>
            </a:r>
          </a:p>
          <a:p>
            <a:r>
              <a:rPr lang="en-US" sz="1200" dirty="0">
                <a:latin typeface="Open Sans"/>
              </a:rPr>
              <a:t>Damir Temirgaliyev SE-2016</a:t>
            </a:r>
            <a:endParaRPr lang="ru-RU" sz="1200" dirty="0">
              <a:latin typeface="Open Sans"/>
            </a:endParaRPr>
          </a:p>
        </p:txBody>
      </p:sp>
      <p:pic>
        <p:nvPicPr>
          <p:cNvPr id="5" name="Рисунок 4" descr="Изображение выглядит как комната, компьютер&#10;&#10;Автоматически созданное описание">
            <a:extLst>
              <a:ext uri="{FF2B5EF4-FFF2-40B4-BE49-F238E27FC236}">
                <a16:creationId xmlns:a16="http://schemas.microsoft.com/office/drawing/2014/main" id="{F0A60092-2CE6-4ED7-A37C-AEBDC81C95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37574" y="355903"/>
            <a:ext cx="3458249" cy="1815580"/>
          </a:xfrm>
          <a:prstGeom prst="rect">
            <a:avLst/>
          </a:prstGeom>
        </p:spPr>
      </p:pic>
      <p:pic>
        <p:nvPicPr>
          <p:cNvPr id="1030" name="Picture 6" descr="Иконка «Чат» — скачай бесплатно PNG и векторе">
            <a:extLst>
              <a:ext uri="{FF2B5EF4-FFF2-40B4-BE49-F238E27FC236}">
                <a16:creationId xmlns:a16="http://schemas.microsoft.com/office/drawing/2014/main" id="{D88F1304-224A-4E28-8459-C6A41A58CC8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828235" y="2487857"/>
            <a:ext cx="1876926" cy="1876926"/>
          </a:xfrm>
          <a:prstGeom prst="rect">
            <a:avLst/>
          </a:prstGeom>
          <a:noFill/>
          <a:extLst>
            <a:ext uri="{909E8E84-426E-40DD-AFC4-6F175D3DCCD1}">
              <a14:hiddenFill xmlns:a14="http://schemas.microsoft.com/office/drawing/2010/main">
                <a:solidFill>
                  <a:srgbClr val="FFFFFF"/>
                </a:solidFill>
              </a14:hiddenFill>
            </a:ext>
          </a:extLst>
        </p:spPr>
      </p:pic>
      <p:sp>
        <p:nvSpPr>
          <p:cNvPr id="79" name="Rectangle 78">
            <a:extLst>
              <a:ext uri="{FF2B5EF4-FFF2-40B4-BE49-F238E27FC236}">
                <a16:creationId xmlns:a16="http://schemas.microsoft.com/office/drawing/2014/main" id="{086E571C-8A2B-4F37-B155-9C5DF0ACA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1" name="Рисунок 10">
            <a:extLst>
              <a:ext uri="{FF2B5EF4-FFF2-40B4-BE49-F238E27FC236}">
                <a16:creationId xmlns:a16="http://schemas.microsoft.com/office/drawing/2014/main" id="{62DC4F92-1BF3-4D00-AA01-503F8541C2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28235" y="4670247"/>
            <a:ext cx="1876926" cy="1876926"/>
          </a:xfrm>
          <a:prstGeom prst="rect">
            <a:avLst/>
          </a:prstGeom>
        </p:spPr>
      </p:pic>
    </p:spTree>
    <p:extLst>
      <p:ext uri="{BB962C8B-B14F-4D97-AF65-F5344CB8AC3E}">
        <p14:creationId xmlns:p14="http://schemas.microsoft.com/office/powerpoint/2010/main" val="401419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C34168A-5EF9-4D3B-8340-62769BFD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8F9CE7E-17C1-4726-8CAE-3CF424CB2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42856" y="757325"/>
            <a:ext cx="3549144" cy="5329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D7AEAD3A-F31B-44B1-9513-4F91CC3E4EBA}"/>
              </a:ext>
            </a:extLst>
          </p:cNvPr>
          <p:cNvSpPr>
            <a:spLocks noGrp="1"/>
          </p:cNvSpPr>
          <p:nvPr>
            <p:ph type="title"/>
          </p:nvPr>
        </p:nvSpPr>
        <p:spPr>
          <a:xfrm>
            <a:off x="8895775" y="1123837"/>
            <a:ext cx="2947482" cy="4601183"/>
          </a:xfrm>
        </p:spPr>
        <p:txBody>
          <a:bodyPr>
            <a:normAutofit/>
          </a:bodyPr>
          <a:lstStyle/>
          <a:p>
            <a:r>
              <a:rPr lang="en-US"/>
              <a:t>Introduction</a:t>
            </a:r>
            <a:endParaRPr lang="ru-RU" dirty="0"/>
          </a:p>
        </p:txBody>
      </p:sp>
      <p:sp>
        <p:nvSpPr>
          <p:cNvPr id="14" name="Rectangle 13">
            <a:extLst>
              <a:ext uri="{FF2B5EF4-FFF2-40B4-BE49-F238E27FC236}">
                <a16:creationId xmlns:a16="http://schemas.microsoft.com/office/drawing/2014/main" id="{8A246596-C397-4ADF-8DBA-FDAA55928A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graphicFrame>
        <p:nvGraphicFramePr>
          <p:cNvPr id="6" name="Объект 3">
            <a:extLst>
              <a:ext uri="{FF2B5EF4-FFF2-40B4-BE49-F238E27FC236}">
                <a16:creationId xmlns:a16="http://schemas.microsoft.com/office/drawing/2014/main" id="{63E2F9EE-6100-4F5E-BD33-A9D0CF4DC72B}"/>
              </a:ext>
            </a:extLst>
          </p:cNvPr>
          <p:cNvGraphicFramePr>
            <a:graphicFrameLocks noGrp="1"/>
          </p:cNvGraphicFramePr>
          <p:nvPr>
            <p:ph idx="1"/>
            <p:extLst>
              <p:ext uri="{D42A27DB-BD31-4B8C-83A1-F6EECF244321}">
                <p14:modId xmlns:p14="http://schemas.microsoft.com/office/powerpoint/2010/main" val="127313349"/>
              </p:ext>
            </p:extLst>
          </p:nvPr>
        </p:nvGraphicFramePr>
        <p:xfrm>
          <a:off x="866647" y="933854"/>
          <a:ext cx="7293610" cy="50418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30151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F035FCF-3525-460B-9542-FD6C579B4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4B14327-5343-408E-8B2A-F1665E969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228428" y="272368"/>
            <a:ext cx="1741251" cy="11430012"/>
          </a:xfrm>
          <a:prstGeom prst="rect">
            <a:avLst/>
          </a:prstGeom>
          <a:solidFill>
            <a:schemeClr val="accent6">
              <a:lumMod val="75000"/>
              <a:alpha val="98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Заголовок 1">
            <a:extLst>
              <a:ext uri="{FF2B5EF4-FFF2-40B4-BE49-F238E27FC236}">
                <a16:creationId xmlns:a16="http://schemas.microsoft.com/office/drawing/2014/main" id="{359BA57B-B6A3-44AC-844B-A3B1389E3E3F}"/>
              </a:ext>
            </a:extLst>
          </p:cNvPr>
          <p:cNvSpPr>
            <a:spLocks noGrp="1"/>
          </p:cNvSpPr>
          <p:nvPr>
            <p:ph type="title"/>
          </p:nvPr>
        </p:nvSpPr>
        <p:spPr>
          <a:xfrm>
            <a:off x="641667" y="5257630"/>
            <a:ext cx="10908667" cy="1021405"/>
          </a:xfrm>
        </p:spPr>
        <p:txBody>
          <a:bodyPr>
            <a:normAutofit/>
          </a:bodyPr>
          <a:lstStyle/>
          <a:p>
            <a:pPr algn="ctr"/>
            <a:r>
              <a:rPr lang="en-US" dirty="0"/>
              <a:t>Gantt Chart</a:t>
            </a:r>
            <a:endParaRPr lang="ru-RU" dirty="0"/>
          </a:p>
        </p:txBody>
      </p:sp>
      <p:sp>
        <p:nvSpPr>
          <p:cNvPr id="21" name="Rectangle 20">
            <a:extLst>
              <a:ext uri="{FF2B5EF4-FFF2-40B4-BE49-F238E27FC236}">
                <a16:creationId xmlns:a16="http://schemas.microsoft.com/office/drawing/2014/main" id="{1F7C739A-7896-49B6-B7E9-37FC154283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7030" y="-5522982"/>
            <a:ext cx="384048" cy="1143001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graphicFrame>
        <p:nvGraphicFramePr>
          <p:cNvPr id="12" name="Объект 11">
            <a:extLst>
              <a:ext uri="{FF2B5EF4-FFF2-40B4-BE49-F238E27FC236}">
                <a16:creationId xmlns:a16="http://schemas.microsoft.com/office/drawing/2014/main" id="{9511B5F6-1F07-4B41-AEBB-F4E50CA033F7}"/>
              </a:ext>
            </a:extLst>
          </p:cNvPr>
          <p:cNvGraphicFramePr>
            <a:graphicFrameLocks noGrp="1"/>
          </p:cNvGraphicFramePr>
          <p:nvPr>
            <p:ph idx="1"/>
            <p:extLst>
              <p:ext uri="{D42A27DB-BD31-4B8C-83A1-F6EECF244321}">
                <p14:modId xmlns:p14="http://schemas.microsoft.com/office/powerpoint/2010/main" val="1434812258"/>
              </p:ext>
            </p:extLst>
          </p:nvPr>
        </p:nvGraphicFramePr>
        <p:xfrm>
          <a:off x="702727" y="1029176"/>
          <a:ext cx="10786546" cy="344410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338906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A2FFA7-AD1B-4F18-ADD0-77D4CAEC3F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441FBB1-CFD1-4D65-902F-C3B7370DF954}"/>
              </a:ext>
            </a:extLst>
          </p:cNvPr>
          <p:cNvPicPr>
            <a:picLocks noChangeAspect="1"/>
          </p:cNvPicPr>
          <p:nvPr/>
        </p:nvPicPr>
        <p:blipFill rotWithShape="1">
          <a:blip r:embed="rId2"/>
          <a:srcRect t="15709" r="-1" b="-1"/>
          <a:stretch/>
        </p:blipFill>
        <p:spPr>
          <a:xfrm>
            <a:off x="20" y="1"/>
            <a:ext cx="12188932" cy="6858000"/>
          </a:xfrm>
          <a:prstGeom prst="rect">
            <a:avLst/>
          </a:prstGeom>
        </p:spPr>
      </p:pic>
      <p:sp>
        <p:nvSpPr>
          <p:cNvPr id="11" name="Rectangle 10">
            <a:extLst>
              <a:ext uri="{FF2B5EF4-FFF2-40B4-BE49-F238E27FC236}">
                <a16:creationId xmlns:a16="http://schemas.microsoft.com/office/drawing/2014/main" id="{353ADD76-2BDE-4B34-BBF2-F6E3C0DDA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7052486" cy="5334001"/>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Заголовок 1">
            <a:extLst>
              <a:ext uri="{FF2B5EF4-FFF2-40B4-BE49-F238E27FC236}">
                <a16:creationId xmlns:a16="http://schemas.microsoft.com/office/drawing/2014/main" id="{B0397054-8681-49D9-990D-566E9A9B2A61}"/>
              </a:ext>
            </a:extLst>
          </p:cNvPr>
          <p:cNvSpPr>
            <a:spLocks noGrp="1"/>
          </p:cNvSpPr>
          <p:nvPr>
            <p:ph type="title"/>
          </p:nvPr>
        </p:nvSpPr>
        <p:spPr>
          <a:xfrm>
            <a:off x="289248" y="1123837"/>
            <a:ext cx="6451110" cy="1255469"/>
          </a:xfrm>
        </p:spPr>
        <p:txBody>
          <a:bodyPr>
            <a:normAutofit/>
          </a:bodyPr>
          <a:lstStyle/>
          <a:p>
            <a:r>
              <a:rPr lang="en-US" dirty="0"/>
              <a:t>Functions</a:t>
            </a:r>
            <a:endParaRPr lang="ru-RU" dirty="0"/>
          </a:p>
        </p:txBody>
      </p:sp>
      <p:sp>
        <p:nvSpPr>
          <p:cNvPr id="3" name="Объект 2">
            <a:extLst>
              <a:ext uri="{FF2B5EF4-FFF2-40B4-BE49-F238E27FC236}">
                <a16:creationId xmlns:a16="http://schemas.microsoft.com/office/drawing/2014/main" id="{2CCE80E6-AC73-463C-BB0C-02C395EDF56D}"/>
              </a:ext>
            </a:extLst>
          </p:cNvPr>
          <p:cNvSpPr>
            <a:spLocks noGrp="1"/>
          </p:cNvSpPr>
          <p:nvPr>
            <p:ph idx="1"/>
          </p:nvPr>
        </p:nvSpPr>
        <p:spPr>
          <a:xfrm>
            <a:off x="289248" y="2510395"/>
            <a:ext cx="6451109" cy="3274586"/>
          </a:xfrm>
        </p:spPr>
        <p:txBody>
          <a:bodyPr anchor="t">
            <a:normAutofit/>
          </a:bodyPr>
          <a:lstStyle/>
          <a:p>
            <a:r>
              <a:rPr lang="en-US" dirty="0">
                <a:solidFill>
                  <a:srgbClr val="FFFFFF"/>
                </a:solidFill>
                <a:latin typeface="Open Sans"/>
              </a:rPr>
              <a:t>Two modes</a:t>
            </a:r>
          </a:p>
          <a:p>
            <a:r>
              <a:rPr lang="en-US" dirty="0">
                <a:solidFill>
                  <a:srgbClr val="FFFFFF"/>
                </a:solidFill>
                <a:latin typeface="Open Sans"/>
              </a:rPr>
              <a:t>Reply to messages (photo, video, audio, long messages)</a:t>
            </a:r>
          </a:p>
          <a:p>
            <a:r>
              <a:rPr lang="en-US" dirty="0">
                <a:solidFill>
                  <a:srgbClr val="FFFFFF"/>
                </a:solidFill>
                <a:latin typeface="Open Sans"/>
              </a:rPr>
              <a:t>Chat Management commands (delete message, kick user)</a:t>
            </a:r>
          </a:p>
        </p:txBody>
      </p:sp>
      <p:sp>
        <p:nvSpPr>
          <p:cNvPr id="13" name="Rectangle 12">
            <a:extLst>
              <a:ext uri="{FF2B5EF4-FFF2-40B4-BE49-F238E27FC236}">
                <a16:creationId xmlns:a16="http://schemas.microsoft.com/office/drawing/2014/main" id="{E44BA2E8-EBF6-4D04-87F1-3F81C80AAD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685588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C95D3AD-A0E3-4D11-A6B3-BE367A4A6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a:extLst>
              <a:ext uri="{FF2B5EF4-FFF2-40B4-BE49-F238E27FC236}">
                <a16:creationId xmlns:a16="http://schemas.microsoft.com/office/drawing/2014/main" id="{6FBC5E54-998C-4115-8232-5B198EF2B6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8" name="Rectangle 17">
            <a:extLst>
              <a:ext uri="{FF2B5EF4-FFF2-40B4-BE49-F238E27FC236}">
                <a16:creationId xmlns:a16="http://schemas.microsoft.com/office/drawing/2014/main" id="{6B086509-1281-468A-AAAC-1BBEDAE757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EA73850-2107-4E65-85FE-EDD3F45FC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300114"/>
            <a:ext cx="4053525" cy="42577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Заголовок 1">
            <a:extLst>
              <a:ext uri="{FF2B5EF4-FFF2-40B4-BE49-F238E27FC236}">
                <a16:creationId xmlns:a16="http://schemas.microsoft.com/office/drawing/2014/main" id="{B49A80B4-367C-4AC0-9021-6E769331BA07}"/>
              </a:ext>
            </a:extLst>
          </p:cNvPr>
          <p:cNvSpPr>
            <a:spLocks noGrp="1"/>
          </p:cNvSpPr>
          <p:nvPr>
            <p:ph type="title"/>
          </p:nvPr>
        </p:nvSpPr>
        <p:spPr>
          <a:xfrm>
            <a:off x="334557" y="1653703"/>
            <a:ext cx="3361953" cy="2470488"/>
          </a:xfrm>
        </p:spPr>
        <p:txBody>
          <a:bodyPr vert="horz" lIns="91440" tIns="45720" rIns="91440" bIns="45720" rtlCol="0" anchor="b">
            <a:normAutofit/>
          </a:bodyPr>
          <a:lstStyle/>
          <a:p>
            <a:r>
              <a:rPr lang="en-US" sz="5900" spc="-100" dirty="0"/>
              <a:t>Basic bot abilities</a:t>
            </a:r>
          </a:p>
        </p:txBody>
      </p:sp>
      <p:pic>
        <p:nvPicPr>
          <p:cNvPr id="5" name="Объект 4" descr="Изображение выглядит как текст&#10;&#10;Автоматически созданное описание">
            <a:extLst>
              <a:ext uri="{FF2B5EF4-FFF2-40B4-BE49-F238E27FC236}">
                <a16:creationId xmlns:a16="http://schemas.microsoft.com/office/drawing/2014/main" id="{1DADEDC2-679D-4CD4-ACBA-7B45BF23CBC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0809" y="209870"/>
            <a:ext cx="2632195" cy="4178087"/>
          </a:xfrm>
          <a:prstGeom prst="rect">
            <a:avLst/>
          </a:prstGeom>
        </p:spPr>
      </p:pic>
      <p:pic>
        <p:nvPicPr>
          <p:cNvPr id="7" name="Рисунок 6" descr="Изображение выглядит как текст&#10;&#10;Автоматически созданное описание">
            <a:extLst>
              <a:ext uri="{FF2B5EF4-FFF2-40B4-BE49-F238E27FC236}">
                <a16:creationId xmlns:a16="http://schemas.microsoft.com/office/drawing/2014/main" id="{6643501D-BC02-4D15-BD4B-7A05D6151A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00147" y="213489"/>
            <a:ext cx="3435969" cy="2173250"/>
          </a:xfrm>
          <a:prstGeom prst="rect">
            <a:avLst/>
          </a:prstGeom>
        </p:spPr>
      </p:pic>
      <p:pic>
        <p:nvPicPr>
          <p:cNvPr id="9" name="Рисунок 8" descr="Изображение выглядит как текст&#10;&#10;Автоматически созданное описание">
            <a:extLst>
              <a:ext uri="{FF2B5EF4-FFF2-40B4-BE49-F238E27FC236}">
                <a16:creationId xmlns:a16="http://schemas.microsoft.com/office/drawing/2014/main" id="{59FD3D2E-CEE4-47A4-AA99-7BF9C382EF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56425" y="3117070"/>
            <a:ext cx="3378293" cy="2440817"/>
          </a:xfrm>
          <a:prstGeom prst="rect">
            <a:avLst/>
          </a:prstGeom>
        </p:spPr>
      </p:pic>
      <p:sp>
        <p:nvSpPr>
          <p:cNvPr id="10" name="TextBox 9">
            <a:extLst>
              <a:ext uri="{FF2B5EF4-FFF2-40B4-BE49-F238E27FC236}">
                <a16:creationId xmlns:a16="http://schemas.microsoft.com/office/drawing/2014/main" id="{0BC5D80B-D482-4C2C-B393-95F2FC24A2C0}"/>
              </a:ext>
            </a:extLst>
          </p:cNvPr>
          <p:cNvSpPr txBox="1"/>
          <p:nvPr/>
        </p:nvSpPr>
        <p:spPr>
          <a:xfrm>
            <a:off x="4570809" y="4387957"/>
            <a:ext cx="2632195" cy="1200329"/>
          </a:xfrm>
          <a:prstGeom prst="rect">
            <a:avLst/>
          </a:prstGeom>
          <a:noFill/>
        </p:spPr>
        <p:txBody>
          <a:bodyPr wrap="square" rtlCol="0">
            <a:spAutoFit/>
          </a:bodyPr>
          <a:lstStyle/>
          <a:p>
            <a:r>
              <a:rPr lang="en-US" dirty="0">
                <a:latin typeface="Open Sans"/>
              </a:rPr>
              <a:t>The bot sends notification message to the admin, when it starts</a:t>
            </a:r>
            <a:endParaRPr lang="ru-RU" dirty="0">
              <a:latin typeface="Open Sans"/>
            </a:endParaRPr>
          </a:p>
        </p:txBody>
      </p:sp>
      <p:sp>
        <p:nvSpPr>
          <p:cNvPr id="15" name="TextBox 14">
            <a:extLst>
              <a:ext uri="{FF2B5EF4-FFF2-40B4-BE49-F238E27FC236}">
                <a16:creationId xmlns:a16="http://schemas.microsoft.com/office/drawing/2014/main" id="{D286667B-FE4D-4742-980C-DC28B3F5F18A}"/>
              </a:ext>
            </a:extLst>
          </p:cNvPr>
          <p:cNvSpPr txBox="1"/>
          <p:nvPr/>
        </p:nvSpPr>
        <p:spPr>
          <a:xfrm>
            <a:off x="8200147" y="2386739"/>
            <a:ext cx="3458606" cy="646331"/>
          </a:xfrm>
          <a:prstGeom prst="rect">
            <a:avLst/>
          </a:prstGeom>
          <a:noFill/>
        </p:spPr>
        <p:txBody>
          <a:bodyPr wrap="square" rtlCol="0">
            <a:spAutoFit/>
          </a:bodyPr>
          <a:lstStyle/>
          <a:p>
            <a:r>
              <a:rPr lang="en-US" dirty="0">
                <a:latin typeface="Open Sans"/>
              </a:rPr>
              <a:t>Not all, but the main commands are shown in the commands list</a:t>
            </a:r>
            <a:endParaRPr lang="ru-RU" dirty="0">
              <a:latin typeface="Open Sans"/>
            </a:endParaRPr>
          </a:p>
        </p:txBody>
      </p:sp>
      <p:sp>
        <p:nvSpPr>
          <p:cNvPr id="17" name="TextBox 16">
            <a:extLst>
              <a:ext uri="{FF2B5EF4-FFF2-40B4-BE49-F238E27FC236}">
                <a16:creationId xmlns:a16="http://schemas.microsoft.com/office/drawing/2014/main" id="{AD3C6663-96F2-4AE5-80C2-168BC828A647}"/>
              </a:ext>
            </a:extLst>
          </p:cNvPr>
          <p:cNvSpPr txBox="1"/>
          <p:nvPr/>
        </p:nvSpPr>
        <p:spPr>
          <a:xfrm>
            <a:off x="8256425" y="5557887"/>
            <a:ext cx="3458606" cy="923330"/>
          </a:xfrm>
          <a:prstGeom prst="rect">
            <a:avLst/>
          </a:prstGeom>
          <a:noFill/>
        </p:spPr>
        <p:txBody>
          <a:bodyPr wrap="square" rtlCol="0">
            <a:spAutoFit/>
          </a:bodyPr>
          <a:lstStyle/>
          <a:p>
            <a:r>
              <a:rPr lang="en-US" dirty="0">
                <a:latin typeface="Open Sans"/>
              </a:rPr>
              <a:t>When sending /help command It sends list of the commands that the bot can handle</a:t>
            </a:r>
            <a:endParaRPr lang="ru-RU" dirty="0">
              <a:latin typeface="Open Sans"/>
            </a:endParaRPr>
          </a:p>
        </p:txBody>
      </p:sp>
    </p:spTree>
    <p:extLst>
      <p:ext uri="{BB962C8B-B14F-4D97-AF65-F5344CB8AC3E}">
        <p14:creationId xmlns:p14="http://schemas.microsoft.com/office/powerpoint/2010/main" val="504428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Rectangle 9">
            <a:extLst>
              <a:ext uri="{FF2B5EF4-FFF2-40B4-BE49-F238E27FC236}">
                <a16:creationId xmlns:a16="http://schemas.microsoft.com/office/drawing/2014/main" id="{94DA05E1-7869-4FBE-837E-1B62E9D78A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11">
            <a:extLst>
              <a:ext uri="{FF2B5EF4-FFF2-40B4-BE49-F238E27FC236}">
                <a16:creationId xmlns:a16="http://schemas.microsoft.com/office/drawing/2014/main" id="{89BAAE7D-1EA6-4D3B-96B5-43F5B6178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22" name="Rectangle 13">
            <a:extLst>
              <a:ext uri="{FF2B5EF4-FFF2-40B4-BE49-F238E27FC236}">
                <a16:creationId xmlns:a16="http://schemas.microsoft.com/office/drawing/2014/main" id="{3CD47BD6-B753-40AF-80C8-F8DFCC5484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5">
            <a:extLst>
              <a:ext uri="{FF2B5EF4-FFF2-40B4-BE49-F238E27FC236}">
                <a16:creationId xmlns:a16="http://schemas.microsoft.com/office/drawing/2014/main" id="{9B67A1B2-B419-43BE-A0CA-9E2404A1A8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Заголовок 1">
            <a:extLst>
              <a:ext uri="{FF2B5EF4-FFF2-40B4-BE49-F238E27FC236}">
                <a16:creationId xmlns:a16="http://schemas.microsoft.com/office/drawing/2014/main" id="{F495B675-1A53-427E-B392-384C6AE792F0}"/>
              </a:ext>
            </a:extLst>
          </p:cNvPr>
          <p:cNvSpPr>
            <a:spLocks noGrp="1"/>
          </p:cNvSpPr>
          <p:nvPr>
            <p:ph type="title"/>
          </p:nvPr>
        </p:nvSpPr>
        <p:spPr>
          <a:xfrm>
            <a:off x="1019900" y="1270000"/>
            <a:ext cx="3258688" cy="3283712"/>
          </a:xfrm>
        </p:spPr>
        <p:txBody>
          <a:bodyPr vert="horz" lIns="91440" tIns="45720" rIns="91440" bIns="45720" rtlCol="0" anchor="b">
            <a:normAutofit fontScale="90000"/>
          </a:bodyPr>
          <a:lstStyle/>
          <a:p>
            <a:r>
              <a:rPr lang="en-US" sz="5900" i="1" spc="-100" dirty="0">
                <a:solidFill>
                  <a:schemeClr val="accent2"/>
                </a:solidFill>
              </a:rPr>
              <a:t>/start </a:t>
            </a:r>
            <a:r>
              <a:rPr lang="en-US" sz="5900" spc="-100" dirty="0"/>
              <a:t>and </a:t>
            </a:r>
            <a:r>
              <a:rPr lang="en-US" sz="5900" i="1" spc="-100" dirty="0">
                <a:solidFill>
                  <a:schemeClr val="accent2"/>
                </a:solidFill>
              </a:rPr>
              <a:t>/mode</a:t>
            </a:r>
            <a:r>
              <a:rPr lang="en-US" sz="5900" spc="-100" dirty="0">
                <a:solidFill>
                  <a:schemeClr val="accent2"/>
                </a:solidFill>
              </a:rPr>
              <a:t> </a:t>
            </a:r>
            <a:r>
              <a:rPr lang="en-US" sz="5900" spc="-100" dirty="0"/>
              <a:t>commands start the bot</a:t>
            </a:r>
          </a:p>
        </p:txBody>
      </p:sp>
      <p:pic>
        <p:nvPicPr>
          <p:cNvPr id="5" name="Объект 4">
            <a:extLst>
              <a:ext uri="{FF2B5EF4-FFF2-40B4-BE49-F238E27FC236}">
                <a16:creationId xmlns:a16="http://schemas.microsoft.com/office/drawing/2014/main" id="{3C098B6C-B32D-4522-8140-E5E62C2B622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71830" y="759254"/>
            <a:ext cx="4171233" cy="5330650"/>
          </a:xfrm>
          <a:prstGeom prst="rect">
            <a:avLst/>
          </a:prstGeom>
        </p:spPr>
      </p:pic>
      <p:sp>
        <p:nvSpPr>
          <p:cNvPr id="24" name="Rectangle 17">
            <a:extLst>
              <a:ext uri="{FF2B5EF4-FFF2-40B4-BE49-F238E27FC236}">
                <a16:creationId xmlns:a16="http://schemas.microsoft.com/office/drawing/2014/main" id="{DE981F49-E49B-4139-932F-55F09B423B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134731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629E9510-22E0-43CA-ADED-62108CDFF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8" name="Rectangle 27">
            <a:extLst>
              <a:ext uri="{FF2B5EF4-FFF2-40B4-BE49-F238E27FC236}">
                <a16:creationId xmlns:a16="http://schemas.microsoft.com/office/drawing/2014/main" id="{4A1ED85F-97A1-4E55-970F-5066673EFE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30" name="Rectangle 29">
            <a:extLst>
              <a:ext uri="{FF2B5EF4-FFF2-40B4-BE49-F238E27FC236}">
                <a16:creationId xmlns:a16="http://schemas.microsoft.com/office/drawing/2014/main" id="{6B086509-1281-468A-AAAC-1BBEDAE757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EEA73850-2107-4E65-85FE-EDD3F45FC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300114"/>
            <a:ext cx="4053525" cy="42577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Заголовок 1">
            <a:extLst>
              <a:ext uri="{FF2B5EF4-FFF2-40B4-BE49-F238E27FC236}">
                <a16:creationId xmlns:a16="http://schemas.microsoft.com/office/drawing/2014/main" id="{D5405027-7352-426C-9EC7-C62300781D92}"/>
              </a:ext>
            </a:extLst>
          </p:cNvPr>
          <p:cNvSpPr>
            <a:spLocks noGrp="1"/>
          </p:cNvSpPr>
          <p:nvPr>
            <p:ph type="title"/>
          </p:nvPr>
        </p:nvSpPr>
        <p:spPr>
          <a:xfrm>
            <a:off x="334557" y="1653703"/>
            <a:ext cx="3361953" cy="2470488"/>
          </a:xfrm>
        </p:spPr>
        <p:txBody>
          <a:bodyPr vert="horz" lIns="91440" tIns="45720" rIns="91440" bIns="45720" rtlCol="0" anchor="b">
            <a:normAutofit/>
          </a:bodyPr>
          <a:lstStyle/>
          <a:p>
            <a:r>
              <a:rPr lang="en-US" sz="5000" spc="-100"/>
              <a:t>Positive and Negative modes</a:t>
            </a:r>
          </a:p>
        </p:txBody>
      </p:sp>
      <p:pic>
        <p:nvPicPr>
          <p:cNvPr id="7" name="Рисунок 6" descr="Изображение выглядит как текст&#10;&#10;Автоматически созданное описание">
            <a:extLst>
              <a:ext uri="{FF2B5EF4-FFF2-40B4-BE49-F238E27FC236}">
                <a16:creationId xmlns:a16="http://schemas.microsoft.com/office/drawing/2014/main" id="{82A166F4-89BF-4A20-871F-80906419EB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00118" y="2698062"/>
            <a:ext cx="3435968" cy="1803883"/>
          </a:xfrm>
          <a:prstGeom prst="rect">
            <a:avLst/>
          </a:prstGeom>
        </p:spPr>
      </p:pic>
      <p:pic>
        <p:nvPicPr>
          <p:cNvPr id="9" name="Рисунок 8">
            <a:extLst>
              <a:ext uri="{FF2B5EF4-FFF2-40B4-BE49-F238E27FC236}">
                <a16:creationId xmlns:a16="http://schemas.microsoft.com/office/drawing/2014/main" id="{C11846E2-AE61-41E0-8FE1-D4381091E1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2170" y="4762972"/>
            <a:ext cx="3435969" cy="1675034"/>
          </a:xfrm>
          <a:prstGeom prst="rect">
            <a:avLst/>
          </a:prstGeom>
        </p:spPr>
      </p:pic>
      <p:pic>
        <p:nvPicPr>
          <p:cNvPr id="11" name="Объект 10">
            <a:extLst>
              <a:ext uri="{FF2B5EF4-FFF2-40B4-BE49-F238E27FC236}">
                <a16:creationId xmlns:a16="http://schemas.microsoft.com/office/drawing/2014/main" id="{B1FB7E37-2759-4B30-8DCB-2F67D36DDBE9}"/>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8476708" y="2659154"/>
            <a:ext cx="3435968" cy="1864012"/>
          </a:xfrm>
          <a:prstGeom prst="rect">
            <a:avLst/>
          </a:prstGeom>
        </p:spPr>
      </p:pic>
      <p:pic>
        <p:nvPicPr>
          <p:cNvPr id="5" name="Объект 4" descr="Изображение выглядит как текст&#10;&#10;Автоматически созданное описание">
            <a:extLst>
              <a:ext uri="{FF2B5EF4-FFF2-40B4-BE49-F238E27FC236}">
                <a16:creationId xmlns:a16="http://schemas.microsoft.com/office/drawing/2014/main" id="{A2DE5A33-B7B4-4982-A251-126B356D056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61033" y="139857"/>
            <a:ext cx="3435968" cy="2216199"/>
          </a:xfrm>
          <a:prstGeom prst="rect">
            <a:avLst/>
          </a:prstGeom>
        </p:spPr>
      </p:pic>
      <p:sp>
        <p:nvSpPr>
          <p:cNvPr id="12" name="TextBox 11">
            <a:extLst>
              <a:ext uri="{FF2B5EF4-FFF2-40B4-BE49-F238E27FC236}">
                <a16:creationId xmlns:a16="http://schemas.microsoft.com/office/drawing/2014/main" id="{494EB3B8-279A-4630-B7D0-889CD0455BED}"/>
              </a:ext>
            </a:extLst>
          </p:cNvPr>
          <p:cNvSpPr txBox="1"/>
          <p:nvPr/>
        </p:nvSpPr>
        <p:spPr>
          <a:xfrm>
            <a:off x="9697001" y="838449"/>
            <a:ext cx="2207507" cy="1200329"/>
          </a:xfrm>
          <a:prstGeom prst="rect">
            <a:avLst/>
          </a:prstGeom>
          <a:noFill/>
        </p:spPr>
        <p:txBody>
          <a:bodyPr wrap="square" rtlCol="0">
            <a:spAutoFit/>
          </a:bodyPr>
          <a:lstStyle/>
          <a:p>
            <a:r>
              <a:rPr lang="en-US" dirty="0">
                <a:latin typeface="Open Sans"/>
              </a:rPr>
              <a:t>A user can press one of the buttons and change the mode</a:t>
            </a:r>
            <a:endParaRPr lang="ru-RU" dirty="0">
              <a:latin typeface="Open Sans"/>
            </a:endParaRPr>
          </a:p>
        </p:txBody>
      </p:sp>
      <p:cxnSp>
        <p:nvCxnSpPr>
          <p:cNvPr id="19" name="Прямая со стрелкой 18">
            <a:extLst>
              <a:ext uri="{FF2B5EF4-FFF2-40B4-BE49-F238E27FC236}">
                <a16:creationId xmlns:a16="http://schemas.microsoft.com/office/drawing/2014/main" id="{D08471A1-B298-4D10-8AE3-0A2808DADA10}"/>
              </a:ext>
            </a:extLst>
          </p:cNvPr>
          <p:cNvCxnSpPr>
            <a:stCxn id="5" idx="2"/>
          </p:cNvCxnSpPr>
          <p:nvPr/>
        </p:nvCxnSpPr>
        <p:spPr>
          <a:xfrm flipH="1">
            <a:off x="7594342" y="2356056"/>
            <a:ext cx="384675" cy="3119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Прямая со стрелкой 22">
            <a:extLst>
              <a:ext uri="{FF2B5EF4-FFF2-40B4-BE49-F238E27FC236}">
                <a16:creationId xmlns:a16="http://schemas.microsoft.com/office/drawing/2014/main" id="{34D96CC7-385C-4EB2-900A-6D641B60BA4A}"/>
              </a:ext>
            </a:extLst>
          </p:cNvPr>
          <p:cNvCxnSpPr>
            <a:cxnSpLocks/>
            <a:stCxn id="5" idx="2"/>
          </p:cNvCxnSpPr>
          <p:nvPr/>
        </p:nvCxnSpPr>
        <p:spPr>
          <a:xfrm>
            <a:off x="7979017" y="2356056"/>
            <a:ext cx="494109" cy="3030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9A4DDDDB-196B-48F8-9BDA-D51606CC13D1}"/>
              </a:ext>
            </a:extLst>
          </p:cNvPr>
          <p:cNvSpPr txBox="1"/>
          <p:nvPr/>
        </p:nvSpPr>
        <p:spPr>
          <a:xfrm>
            <a:off x="7746783" y="4972121"/>
            <a:ext cx="3435969" cy="1200329"/>
          </a:xfrm>
          <a:prstGeom prst="rect">
            <a:avLst/>
          </a:prstGeom>
          <a:noFill/>
        </p:spPr>
        <p:txBody>
          <a:bodyPr wrap="square" rtlCol="0">
            <a:spAutoFit/>
          </a:bodyPr>
          <a:lstStyle/>
          <a:p>
            <a:r>
              <a:rPr lang="en-US" dirty="0">
                <a:latin typeface="Open Sans"/>
              </a:rPr>
              <a:t>It will not make any changes if a user presses cancel button.</a:t>
            </a:r>
          </a:p>
          <a:p>
            <a:r>
              <a:rPr lang="en-US" dirty="0">
                <a:latin typeface="Open Sans"/>
              </a:rPr>
              <a:t>An alert message is called after pressing the button</a:t>
            </a:r>
            <a:endParaRPr lang="ru-RU" dirty="0">
              <a:latin typeface="Open Sans"/>
            </a:endParaRPr>
          </a:p>
        </p:txBody>
      </p:sp>
    </p:spTree>
    <p:extLst>
      <p:ext uri="{BB962C8B-B14F-4D97-AF65-F5344CB8AC3E}">
        <p14:creationId xmlns:p14="http://schemas.microsoft.com/office/powerpoint/2010/main" val="687128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29E9510-22E0-43CA-ADED-62108CDFF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a:extLst>
              <a:ext uri="{FF2B5EF4-FFF2-40B4-BE49-F238E27FC236}">
                <a16:creationId xmlns:a16="http://schemas.microsoft.com/office/drawing/2014/main" id="{4A1ED85F-97A1-4E55-970F-5066673EFE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20" name="Rectangle 19">
            <a:extLst>
              <a:ext uri="{FF2B5EF4-FFF2-40B4-BE49-F238E27FC236}">
                <a16:creationId xmlns:a16="http://schemas.microsoft.com/office/drawing/2014/main" id="{6B086509-1281-468A-AAAC-1BBEDAE757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EA73850-2107-4E65-85FE-EDD3F45FC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300114"/>
            <a:ext cx="4053525" cy="42577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Заголовок 1">
            <a:extLst>
              <a:ext uri="{FF2B5EF4-FFF2-40B4-BE49-F238E27FC236}">
                <a16:creationId xmlns:a16="http://schemas.microsoft.com/office/drawing/2014/main" id="{BD5B4060-B33C-48CF-BDC8-FF2CA10DEA77}"/>
              </a:ext>
            </a:extLst>
          </p:cNvPr>
          <p:cNvSpPr>
            <a:spLocks noGrp="1"/>
          </p:cNvSpPr>
          <p:nvPr>
            <p:ph type="title"/>
          </p:nvPr>
        </p:nvSpPr>
        <p:spPr>
          <a:xfrm>
            <a:off x="334557" y="1653703"/>
            <a:ext cx="3361953" cy="2470488"/>
          </a:xfrm>
        </p:spPr>
        <p:txBody>
          <a:bodyPr vert="horz" lIns="91440" tIns="45720" rIns="91440" bIns="45720" rtlCol="0" anchor="b">
            <a:normAutofit/>
          </a:bodyPr>
          <a:lstStyle/>
          <a:p>
            <a:r>
              <a:rPr lang="en-US" sz="5900" spc="-100"/>
              <a:t>Positive mode</a:t>
            </a:r>
          </a:p>
        </p:txBody>
      </p:sp>
      <p:pic>
        <p:nvPicPr>
          <p:cNvPr id="11" name="Рисунок 10" descr="Изображение выглядит как текст&#10;&#10;Автоматически созданное описание">
            <a:extLst>
              <a:ext uri="{FF2B5EF4-FFF2-40B4-BE49-F238E27FC236}">
                <a16:creationId xmlns:a16="http://schemas.microsoft.com/office/drawing/2014/main" id="{50D40B5C-3B75-4F66-821E-5AF6DEED1D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15391" y="883790"/>
            <a:ext cx="3435968" cy="2327868"/>
          </a:xfrm>
          <a:prstGeom prst="rect">
            <a:avLst/>
          </a:prstGeom>
        </p:spPr>
      </p:pic>
      <p:pic>
        <p:nvPicPr>
          <p:cNvPr id="7" name="Рисунок 6">
            <a:extLst>
              <a:ext uri="{FF2B5EF4-FFF2-40B4-BE49-F238E27FC236}">
                <a16:creationId xmlns:a16="http://schemas.microsoft.com/office/drawing/2014/main" id="{50E26EED-1F81-4592-A752-A982377C8A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1399" y="1442135"/>
            <a:ext cx="3435969" cy="1211179"/>
          </a:xfrm>
          <a:prstGeom prst="rect">
            <a:avLst/>
          </a:prstGeom>
        </p:spPr>
      </p:pic>
      <p:pic>
        <p:nvPicPr>
          <p:cNvPr id="9" name="Рисунок 8" descr="Изображение выглядит как снимок экрана, компьютер&#10;&#10;Автоматически созданное описание">
            <a:extLst>
              <a:ext uri="{FF2B5EF4-FFF2-40B4-BE49-F238E27FC236}">
                <a16:creationId xmlns:a16="http://schemas.microsoft.com/office/drawing/2014/main" id="{0F649B04-4941-4882-A193-88D3F9D722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73587" y="3589868"/>
            <a:ext cx="2719574" cy="2440818"/>
          </a:xfrm>
          <a:prstGeom prst="rect">
            <a:avLst/>
          </a:prstGeom>
        </p:spPr>
      </p:pic>
      <p:pic>
        <p:nvPicPr>
          <p:cNvPr id="5" name="Объект 4">
            <a:extLst>
              <a:ext uri="{FF2B5EF4-FFF2-40B4-BE49-F238E27FC236}">
                <a16:creationId xmlns:a16="http://schemas.microsoft.com/office/drawing/2014/main" id="{F5AF6741-E2FF-48BD-8396-DA10F569ED11}"/>
              </a:ext>
            </a:extLst>
          </p:cNvPr>
          <p:cNvPicPr>
            <a:picLocks noGrp="1" noChangeAspect="1"/>
          </p:cNvPicPr>
          <p:nvPr>
            <p:ph idx="1"/>
          </p:nvPr>
        </p:nvPicPr>
        <p:blipFill>
          <a:blip r:embed="rId5">
            <a:extLst>
              <a:ext uri="{28A0092B-C50C-407E-A947-70E740481C1C}">
                <a14:useLocalDpi xmlns:a14="http://schemas.microsoft.com/office/drawing/2010/main" val="0"/>
              </a:ext>
            </a:extLst>
          </a:blip>
          <a:srcRect/>
          <a:stretch/>
        </p:blipFill>
        <p:spPr>
          <a:xfrm>
            <a:off x="8714805" y="3589986"/>
            <a:ext cx="2549156" cy="2440580"/>
          </a:xfrm>
          <a:prstGeom prst="rect">
            <a:avLst/>
          </a:prstGeom>
        </p:spPr>
      </p:pic>
    </p:spTree>
    <p:extLst>
      <p:ext uri="{BB962C8B-B14F-4D97-AF65-F5344CB8AC3E}">
        <p14:creationId xmlns:p14="http://schemas.microsoft.com/office/powerpoint/2010/main" val="988733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29E9510-22E0-43CA-ADED-62108CDFF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a:extLst>
              <a:ext uri="{FF2B5EF4-FFF2-40B4-BE49-F238E27FC236}">
                <a16:creationId xmlns:a16="http://schemas.microsoft.com/office/drawing/2014/main" id="{4A1ED85F-97A1-4E55-970F-5066673EFE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20" name="Rectangle 19">
            <a:extLst>
              <a:ext uri="{FF2B5EF4-FFF2-40B4-BE49-F238E27FC236}">
                <a16:creationId xmlns:a16="http://schemas.microsoft.com/office/drawing/2014/main" id="{6B086509-1281-468A-AAAC-1BBEDAE757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EA73850-2107-4E65-85FE-EDD3F45FC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300114"/>
            <a:ext cx="4053525" cy="42577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Заголовок 1">
            <a:extLst>
              <a:ext uri="{FF2B5EF4-FFF2-40B4-BE49-F238E27FC236}">
                <a16:creationId xmlns:a16="http://schemas.microsoft.com/office/drawing/2014/main" id="{FA9C23AB-E5F3-4BB2-A670-AE55FB598F4B}"/>
              </a:ext>
            </a:extLst>
          </p:cNvPr>
          <p:cNvSpPr>
            <a:spLocks noGrp="1"/>
          </p:cNvSpPr>
          <p:nvPr>
            <p:ph type="title"/>
          </p:nvPr>
        </p:nvSpPr>
        <p:spPr>
          <a:xfrm>
            <a:off x="334557" y="1653703"/>
            <a:ext cx="3361953" cy="2470488"/>
          </a:xfrm>
        </p:spPr>
        <p:txBody>
          <a:bodyPr vert="horz" lIns="91440" tIns="45720" rIns="91440" bIns="45720" rtlCol="0" anchor="b">
            <a:normAutofit/>
          </a:bodyPr>
          <a:lstStyle/>
          <a:p>
            <a:r>
              <a:rPr lang="en-US" sz="5900" spc="-100"/>
              <a:t>Negative mode</a:t>
            </a:r>
          </a:p>
        </p:txBody>
      </p:sp>
      <p:pic>
        <p:nvPicPr>
          <p:cNvPr id="11" name="Рисунок 10" descr="Изображение выглядит как текст&#10;&#10;Автоматически созданное описание">
            <a:extLst>
              <a:ext uri="{FF2B5EF4-FFF2-40B4-BE49-F238E27FC236}">
                <a16:creationId xmlns:a16="http://schemas.microsoft.com/office/drawing/2014/main" id="{30A4E8E5-930A-4D5C-BD90-95A8931231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15391" y="858021"/>
            <a:ext cx="3435968" cy="2379407"/>
          </a:xfrm>
          <a:prstGeom prst="rect">
            <a:avLst/>
          </a:prstGeom>
        </p:spPr>
      </p:pic>
      <p:pic>
        <p:nvPicPr>
          <p:cNvPr id="7" name="Рисунок 6" descr="Изображение выглядит как текст&#10;&#10;Автоматически созданное описание">
            <a:extLst>
              <a:ext uri="{FF2B5EF4-FFF2-40B4-BE49-F238E27FC236}">
                <a16:creationId xmlns:a16="http://schemas.microsoft.com/office/drawing/2014/main" id="{5D8D85F2-F784-4DF4-B2CC-23A47EFB0B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1399" y="1270337"/>
            <a:ext cx="3435969" cy="1554775"/>
          </a:xfrm>
          <a:prstGeom prst="rect">
            <a:avLst/>
          </a:prstGeom>
        </p:spPr>
      </p:pic>
      <p:pic>
        <p:nvPicPr>
          <p:cNvPr id="9" name="Рисунок 8" descr="Изображение выглядит как снимок экрана, монитор, компьютер&#10;&#10;Автоматически созданное описание">
            <a:extLst>
              <a:ext uri="{FF2B5EF4-FFF2-40B4-BE49-F238E27FC236}">
                <a16:creationId xmlns:a16="http://schemas.microsoft.com/office/drawing/2014/main" id="{236B171E-C2B8-410A-9862-3629D2F405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35067" y="3589868"/>
            <a:ext cx="2596614" cy="2440818"/>
          </a:xfrm>
          <a:prstGeom prst="rect">
            <a:avLst/>
          </a:prstGeom>
        </p:spPr>
      </p:pic>
      <p:pic>
        <p:nvPicPr>
          <p:cNvPr id="5" name="Объект 4">
            <a:extLst>
              <a:ext uri="{FF2B5EF4-FFF2-40B4-BE49-F238E27FC236}">
                <a16:creationId xmlns:a16="http://schemas.microsoft.com/office/drawing/2014/main" id="{89767640-47A6-40A2-B5A2-7A380EEC3238}"/>
              </a:ext>
            </a:extLst>
          </p:cNvPr>
          <p:cNvPicPr>
            <a:picLocks noGrp="1" noChangeAspect="1"/>
          </p:cNvPicPr>
          <p:nvPr>
            <p:ph idx="1"/>
          </p:nvPr>
        </p:nvPicPr>
        <p:blipFill>
          <a:blip r:embed="rId5">
            <a:extLst>
              <a:ext uri="{28A0092B-C50C-407E-A947-70E740481C1C}">
                <a14:useLocalDpi xmlns:a14="http://schemas.microsoft.com/office/drawing/2010/main" val="0"/>
              </a:ext>
            </a:extLst>
          </a:blip>
          <a:srcRect/>
          <a:stretch/>
        </p:blipFill>
        <p:spPr>
          <a:xfrm>
            <a:off x="8796586" y="3589868"/>
            <a:ext cx="2385594" cy="2440817"/>
          </a:xfrm>
          <a:prstGeom prst="rect">
            <a:avLst/>
          </a:prstGeom>
        </p:spPr>
      </p:pic>
    </p:spTree>
    <p:extLst>
      <p:ext uri="{BB962C8B-B14F-4D97-AF65-F5344CB8AC3E}">
        <p14:creationId xmlns:p14="http://schemas.microsoft.com/office/powerpoint/2010/main" val="547019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D57529B-3D2B-4668-9A29-E7AEEC83594E}"/>
              </a:ext>
            </a:extLst>
          </p:cNvPr>
          <p:cNvSpPr>
            <a:spLocks noGrp="1"/>
          </p:cNvSpPr>
          <p:nvPr>
            <p:ph type="title"/>
          </p:nvPr>
        </p:nvSpPr>
        <p:spPr>
          <a:xfrm>
            <a:off x="252919" y="822960"/>
            <a:ext cx="2947482" cy="1376540"/>
          </a:xfrm>
        </p:spPr>
        <p:txBody>
          <a:bodyPr>
            <a:normAutofit/>
          </a:bodyPr>
          <a:lstStyle/>
          <a:p>
            <a:r>
              <a:rPr lang="en-US" dirty="0"/>
              <a:t>Chat management</a:t>
            </a:r>
            <a:endParaRPr lang="ru-RU" dirty="0"/>
          </a:p>
        </p:txBody>
      </p:sp>
      <p:sp>
        <p:nvSpPr>
          <p:cNvPr id="3" name="Объект 2">
            <a:extLst>
              <a:ext uri="{FF2B5EF4-FFF2-40B4-BE49-F238E27FC236}">
                <a16:creationId xmlns:a16="http://schemas.microsoft.com/office/drawing/2014/main" id="{3604B12B-5B5D-4FB7-8645-0AE815E4B7A2}"/>
              </a:ext>
            </a:extLst>
          </p:cNvPr>
          <p:cNvSpPr>
            <a:spLocks noGrp="1"/>
          </p:cNvSpPr>
          <p:nvPr>
            <p:ph idx="1"/>
          </p:nvPr>
        </p:nvSpPr>
        <p:spPr>
          <a:xfrm>
            <a:off x="0" y="2263654"/>
            <a:ext cx="3038921" cy="883918"/>
          </a:xfrm>
        </p:spPr>
        <p:txBody>
          <a:bodyPr>
            <a:noAutofit/>
          </a:bodyPr>
          <a:lstStyle/>
          <a:p>
            <a:r>
              <a:rPr lang="en-US" sz="1800" dirty="0">
                <a:solidFill>
                  <a:schemeClr val="accent2"/>
                </a:solidFill>
                <a:latin typeface="Open Sans"/>
              </a:rPr>
              <a:t>/kick </a:t>
            </a:r>
            <a:r>
              <a:rPr lang="ru-RU" sz="1800" b="0" i="0" dirty="0">
                <a:solidFill>
                  <a:schemeClr val="tx1"/>
                </a:solidFill>
                <a:effectLst/>
                <a:latin typeface="Open Sans"/>
              </a:rPr>
              <a:t>—</a:t>
            </a:r>
            <a:r>
              <a:rPr lang="en-US" sz="1800" b="0" i="0" dirty="0">
                <a:solidFill>
                  <a:schemeClr val="tx1"/>
                </a:solidFill>
                <a:effectLst/>
                <a:latin typeface="Open Sans"/>
              </a:rPr>
              <a:t> kicks the chosen user</a:t>
            </a:r>
            <a:endParaRPr lang="en-US" sz="1800" dirty="0">
              <a:solidFill>
                <a:schemeClr val="tx1"/>
              </a:solidFill>
              <a:latin typeface="Open Sans"/>
            </a:endParaRPr>
          </a:p>
          <a:p>
            <a:r>
              <a:rPr lang="en-US" sz="1800" dirty="0">
                <a:solidFill>
                  <a:schemeClr val="accent2"/>
                </a:solidFill>
                <a:latin typeface="Open Sans"/>
              </a:rPr>
              <a:t>/del </a:t>
            </a:r>
            <a:r>
              <a:rPr lang="ru-RU" sz="1800" b="0" i="0" dirty="0">
                <a:solidFill>
                  <a:schemeClr val="tx1"/>
                </a:solidFill>
                <a:effectLst/>
                <a:latin typeface="Open Sans"/>
              </a:rPr>
              <a:t>—</a:t>
            </a:r>
            <a:r>
              <a:rPr lang="en-US" sz="1800" b="0" i="0" dirty="0">
                <a:solidFill>
                  <a:schemeClr val="tx1"/>
                </a:solidFill>
                <a:effectLst/>
                <a:latin typeface="Open Sans"/>
              </a:rPr>
              <a:t> deletes the chosen message</a:t>
            </a:r>
            <a:endParaRPr lang="ru-RU" sz="1800" dirty="0">
              <a:solidFill>
                <a:schemeClr val="tx1"/>
              </a:solidFill>
              <a:latin typeface="Open Sans"/>
            </a:endParaRPr>
          </a:p>
        </p:txBody>
      </p:sp>
      <p:pic>
        <p:nvPicPr>
          <p:cNvPr id="9" name="Рисунок 8">
            <a:extLst>
              <a:ext uri="{FF2B5EF4-FFF2-40B4-BE49-F238E27FC236}">
                <a16:creationId xmlns:a16="http://schemas.microsoft.com/office/drawing/2014/main" id="{8BE291D4-5F64-4D00-B3E6-B4DF804E75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65172" y="3320466"/>
            <a:ext cx="3420289" cy="1402318"/>
          </a:xfrm>
          <a:prstGeom prst="rect">
            <a:avLst/>
          </a:prstGeom>
        </p:spPr>
      </p:pic>
      <p:pic>
        <p:nvPicPr>
          <p:cNvPr id="5" name="Рисунок 4" descr="Изображение выглядит как цепь&#10;&#10;Автоматически созданное описание">
            <a:extLst>
              <a:ext uri="{FF2B5EF4-FFF2-40B4-BE49-F238E27FC236}">
                <a16:creationId xmlns:a16="http://schemas.microsoft.com/office/drawing/2014/main" id="{BC7CD8FC-9945-4222-82F3-F6978690BB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5172" y="612409"/>
            <a:ext cx="3420289" cy="1402318"/>
          </a:xfrm>
          <a:prstGeom prst="rect">
            <a:avLst/>
          </a:prstGeom>
        </p:spPr>
      </p:pic>
      <p:pic>
        <p:nvPicPr>
          <p:cNvPr id="7" name="Рисунок 6">
            <a:extLst>
              <a:ext uri="{FF2B5EF4-FFF2-40B4-BE49-F238E27FC236}">
                <a16:creationId xmlns:a16="http://schemas.microsoft.com/office/drawing/2014/main" id="{C1DE4D90-3ED8-4252-BFC4-C985624744A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923705" y="612409"/>
            <a:ext cx="3256018" cy="4641095"/>
          </a:xfrm>
          <a:prstGeom prst="rect">
            <a:avLst/>
          </a:prstGeom>
        </p:spPr>
      </p:pic>
      <p:sp>
        <p:nvSpPr>
          <p:cNvPr id="19" name="Объект 2">
            <a:extLst>
              <a:ext uri="{FF2B5EF4-FFF2-40B4-BE49-F238E27FC236}">
                <a16:creationId xmlns:a16="http://schemas.microsoft.com/office/drawing/2014/main" id="{3D702BD1-E856-4ACE-B72A-6A144ADD1916}"/>
              </a:ext>
            </a:extLst>
          </p:cNvPr>
          <p:cNvSpPr txBox="1">
            <a:spLocks/>
          </p:cNvSpPr>
          <p:nvPr/>
        </p:nvSpPr>
        <p:spPr>
          <a:xfrm>
            <a:off x="3921530" y="4999723"/>
            <a:ext cx="3038921" cy="883918"/>
          </a:xfrm>
          <a:prstGeom prst="rect">
            <a:avLst/>
          </a:prstGeom>
        </p:spPr>
        <p:txBody>
          <a:bodyPr vert="horz" lIns="91440" tIns="45720" rIns="91440" bIns="45720" rtlCol="0" anchor="ctr">
            <a:no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tabLst>
                <a:tab pos="1143000" algn="l"/>
              </a:tabLst>
              <a:defRPr sz="2000" kern="1200">
                <a:solidFill>
                  <a:schemeClr val="bg2">
                    <a:lumMod val="20000"/>
                    <a:lumOff val="80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800" kern="1200">
                <a:solidFill>
                  <a:schemeClr val="bg2">
                    <a:lumMod val="20000"/>
                    <a:lumOff val="80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600" kern="1200">
                <a:solidFill>
                  <a:schemeClr val="bg2">
                    <a:lumMod val="20000"/>
                    <a:lumOff val="80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9pPr>
          </a:lstStyle>
          <a:p>
            <a:pPr marL="0" indent="0">
              <a:buNone/>
            </a:pPr>
            <a:r>
              <a:rPr lang="en-US" sz="1800" dirty="0">
                <a:solidFill>
                  <a:schemeClr val="tx1"/>
                </a:solidFill>
                <a:latin typeface="Open Sans"/>
              </a:rPr>
              <a:t>Kick command in action</a:t>
            </a:r>
          </a:p>
        </p:txBody>
      </p:sp>
      <p:sp>
        <p:nvSpPr>
          <p:cNvPr id="24" name="Объект 2">
            <a:extLst>
              <a:ext uri="{FF2B5EF4-FFF2-40B4-BE49-F238E27FC236}">
                <a16:creationId xmlns:a16="http://schemas.microsoft.com/office/drawing/2014/main" id="{8C0DBF39-7AAA-4B4C-9D42-D0C27CBAFC6A}"/>
              </a:ext>
            </a:extLst>
          </p:cNvPr>
          <p:cNvSpPr txBox="1">
            <a:spLocks/>
          </p:cNvSpPr>
          <p:nvPr/>
        </p:nvSpPr>
        <p:spPr>
          <a:xfrm>
            <a:off x="8155855" y="1918148"/>
            <a:ext cx="3038921" cy="883918"/>
          </a:xfrm>
          <a:prstGeom prst="rect">
            <a:avLst/>
          </a:prstGeom>
        </p:spPr>
        <p:txBody>
          <a:bodyPr vert="horz" lIns="91440" tIns="45720" rIns="91440" bIns="45720" rtlCol="0" anchor="ctr">
            <a:no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tabLst>
                <a:tab pos="1143000" algn="l"/>
              </a:tabLst>
              <a:defRPr sz="2000" kern="1200">
                <a:solidFill>
                  <a:schemeClr val="bg2">
                    <a:lumMod val="20000"/>
                    <a:lumOff val="80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800" kern="1200">
                <a:solidFill>
                  <a:schemeClr val="bg2">
                    <a:lumMod val="20000"/>
                    <a:lumOff val="80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600" kern="1200">
                <a:solidFill>
                  <a:schemeClr val="bg2">
                    <a:lumMod val="20000"/>
                    <a:lumOff val="80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9pPr>
          </a:lstStyle>
          <a:p>
            <a:pPr marL="0" indent="0">
              <a:buNone/>
            </a:pPr>
            <a:r>
              <a:rPr lang="en-US" sz="1800" dirty="0">
                <a:solidFill>
                  <a:schemeClr val="tx1"/>
                </a:solidFill>
                <a:latin typeface="Open Sans"/>
              </a:rPr>
              <a:t>Deleting a message with /del command</a:t>
            </a:r>
            <a:endParaRPr lang="ru-RU" sz="1800" dirty="0">
              <a:solidFill>
                <a:schemeClr val="tx1"/>
              </a:solidFill>
              <a:latin typeface="Open Sans"/>
            </a:endParaRPr>
          </a:p>
        </p:txBody>
      </p:sp>
      <p:sp>
        <p:nvSpPr>
          <p:cNvPr id="25" name="Объект 2">
            <a:extLst>
              <a:ext uri="{FF2B5EF4-FFF2-40B4-BE49-F238E27FC236}">
                <a16:creationId xmlns:a16="http://schemas.microsoft.com/office/drawing/2014/main" id="{F08D41D6-99DC-4A40-AC71-D5A2E0F6F95A}"/>
              </a:ext>
            </a:extLst>
          </p:cNvPr>
          <p:cNvSpPr txBox="1">
            <a:spLocks/>
          </p:cNvSpPr>
          <p:nvPr/>
        </p:nvSpPr>
        <p:spPr>
          <a:xfrm>
            <a:off x="8064507" y="4722784"/>
            <a:ext cx="3038921" cy="883918"/>
          </a:xfrm>
          <a:prstGeom prst="rect">
            <a:avLst/>
          </a:prstGeom>
        </p:spPr>
        <p:txBody>
          <a:bodyPr vert="horz" lIns="91440" tIns="45720" rIns="91440" bIns="45720" rtlCol="0" anchor="ctr">
            <a:no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tabLst>
                <a:tab pos="1143000" algn="l"/>
              </a:tabLst>
              <a:defRPr sz="2000" kern="1200">
                <a:solidFill>
                  <a:schemeClr val="bg2">
                    <a:lumMod val="20000"/>
                    <a:lumOff val="80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800" kern="1200">
                <a:solidFill>
                  <a:schemeClr val="bg2">
                    <a:lumMod val="20000"/>
                    <a:lumOff val="80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600" kern="1200">
                <a:solidFill>
                  <a:schemeClr val="bg2">
                    <a:lumMod val="20000"/>
                    <a:lumOff val="80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9pPr>
          </a:lstStyle>
          <a:p>
            <a:pPr marL="0" indent="0">
              <a:buNone/>
            </a:pPr>
            <a:r>
              <a:rPr lang="en-US" sz="1800" b="1" dirty="0">
                <a:solidFill>
                  <a:srgbClr val="FFC000"/>
                </a:solidFill>
                <a:latin typeface="Open Sans"/>
              </a:rPr>
              <a:t>The commands won’t work if the bot has no admin rights</a:t>
            </a:r>
            <a:endParaRPr lang="ru-RU" sz="1800" b="1" dirty="0">
              <a:solidFill>
                <a:srgbClr val="FFC000"/>
              </a:solidFill>
              <a:latin typeface="Open Sans"/>
            </a:endParaRPr>
          </a:p>
        </p:txBody>
      </p:sp>
    </p:spTree>
    <p:extLst>
      <p:ext uri="{BB962C8B-B14F-4D97-AF65-F5344CB8AC3E}">
        <p14:creationId xmlns:p14="http://schemas.microsoft.com/office/powerpoint/2010/main" val="4034941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C7F651C-5426-4673-BBE4-926A14C439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689E77FC-7E9C-4E2C-AE35-51E73F1A03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6" name="Rectangle 15">
            <a:extLst>
              <a:ext uri="{FF2B5EF4-FFF2-40B4-BE49-F238E27FC236}">
                <a16:creationId xmlns:a16="http://schemas.microsoft.com/office/drawing/2014/main" id="{4B392D36-B685-45E0-B197-6EE5D7480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DCA8533-CC5E-4754-9A04-047EDE49E0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367639"/>
            <a:ext cx="11707367" cy="1852186"/>
          </a:xfrm>
          <a:prstGeom prst="rect">
            <a:avLst/>
          </a:prstGeom>
          <a:solidFill>
            <a:srgbClr val="878A8B">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Заголовок 1">
            <a:extLst>
              <a:ext uri="{FF2B5EF4-FFF2-40B4-BE49-F238E27FC236}">
                <a16:creationId xmlns:a16="http://schemas.microsoft.com/office/drawing/2014/main" id="{AAF7B1D1-2B13-4E70-BAE9-D1361DEC579F}"/>
              </a:ext>
            </a:extLst>
          </p:cNvPr>
          <p:cNvSpPr>
            <a:spLocks noGrp="1"/>
          </p:cNvSpPr>
          <p:nvPr>
            <p:ph type="title"/>
          </p:nvPr>
        </p:nvSpPr>
        <p:spPr>
          <a:xfrm>
            <a:off x="924769" y="4905465"/>
            <a:ext cx="5268468" cy="1065690"/>
          </a:xfrm>
        </p:spPr>
        <p:txBody>
          <a:bodyPr vert="horz" lIns="91440" tIns="45720" rIns="91440" bIns="45720" rtlCol="0" anchor="b">
            <a:normAutofit fontScale="90000"/>
          </a:bodyPr>
          <a:lstStyle/>
          <a:p>
            <a:r>
              <a:rPr lang="en-US" sz="5900" spc="-100" dirty="0">
                <a:solidFill>
                  <a:schemeClr val="accent2"/>
                </a:solidFill>
              </a:rPr>
              <a:t>/cat </a:t>
            </a:r>
            <a:r>
              <a:rPr lang="en-US" sz="5900" spc="-100" dirty="0">
                <a:solidFill>
                  <a:schemeClr val="tx1"/>
                </a:solidFill>
              </a:rPr>
              <a:t>and</a:t>
            </a:r>
            <a:r>
              <a:rPr lang="en-US" sz="5900" spc="-100" dirty="0">
                <a:solidFill>
                  <a:schemeClr val="accent2"/>
                </a:solidFill>
              </a:rPr>
              <a:t> /</a:t>
            </a:r>
            <a:r>
              <a:rPr lang="en-US" sz="5900" spc="-100" dirty="0" err="1">
                <a:solidFill>
                  <a:schemeClr val="accent2"/>
                </a:solidFill>
              </a:rPr>
              <a:t>misiq</a:t>
            </a:r>
            <a:r>
              <a:rPr lang="en-US" sz="5900" spc="-100" dirty="0">
                <a:solidFill>
                  <a:schemeClr val="accent2"/>
                </a:solidFill>
              </a:rPr>
              <a:t> </a:t>
            </a:r>
            <a:r>
              <a:rPr lang="en-US" sz="5900" spc="-100" dirty="0"/>
              <a:t>commands</a:t>
            </a:r>
          </a:p>
        </p:txBody>
      </p:sp>
      <p:pic>
        <p:nvPicPr>
          <p:cNvPr id="7" name="Рисунок 6" descr="Изображение выглядит как телефон, счетчик&#10;&#10;Автоматически созданное описание">
            <a:extLst>
              <a:ext uri="{FF2B5EF4-FFF2-40B4-BE49-F238E27FC236}">
                <a16:creationId xmlns:a16="http://schemas.microsoft.com/office/drawing/2014/main" id="{8B0FB0C0-B95B-48D8-8373-D87D54A3BE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4323" y="484632"/>
            <a:ext cx="4589361" cy="3556755"/>
          </a:xfrm>
          <a:prstGeom prst="rect">
            <a:avLst/>
          </a:prstGeom>
        </p:spPr>
      </p:pic>
      <p:pic>
        <p:nvPicPr>
          <p:cNvPr id="5" name="Объект 4" descr="Изображение выглядит как кот, внутренний, фотография, маленький&#10;&#10;Автоматически созданное описание">
            <a:extLst>
              <a:ext uri="{FF2B5EF4-FFF2-40B4-BE49-F238E27FC236}">
                <a16:creationId xmlns:a16="http://schemas.microsoft.com/office/drawing/2014/main" id="{E7876BA2-303E-464D-9399-C4E760CCF7C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338316" y="484632"/>
            <a:ext cx="2489728" cy="3556755"/>
          </a:xfrm>
          <a:prstGeom prst="rect">
            <a:avLst/>
          </a:prstGeom>
        </p:spPr>
      </p:pic>
      <p:sp>
        <p:nvSpPr>
          <p:cNvPr id="8" name="TextBox 7">
            <a:extLst>
              <a:ext uri="{FF2B5EF4-FFF2-40B4-BE49-F238E27FC236}">
                <a16:creationId xmlns:a16="http://schemas.microsoft.com/office/drawing/2014/main" id="{438C11FD-709A-4D6A-9C5B-409C29FE548C}"/>
              </a:ext>
            </a:extLst>
          </p:cNvPr>
          <p:cNvSpPr txBox="1"/>
          <p:nvPr/>
        </p:nvSpPr>
        <p:spPr>
          <a:xfrm>
            <a:off x="6815272" y="4342042"/>
            <a:ext cx="3740278" cy="1923604"/>
          </a:xfrm>
          <a:prstGeom prst="rect">
            <a:avLst/>
          </a:prstGeom>
          <a:noFill/>
        </p:spPr>
        <p:txBody>
          <a:bodyPr wrap="square" rtlCol="0">
            <a:spAutoFit/>
          </a:bodyPr>
          <a:lstStyle/>
          <a:p>
            <a:r>
              <a:rPr lang="en-US" sz="1700" dirty="0">
                <a:latin typeface="Open Sans"/>
              </a:rPr>
              <a:t>A special function, for people that had a hard day. Sends a button, by pressing which a random cat picture is sent. </a:t>
            </a:r>
            <a:r>
              <a:rPr lang="en-US" sz="1700" strike="sngStrike" dirty="0">
                <a:solidFill>
                  <a:srgbClr val="FF0000"/>
                </a:solidFill>
                <a:latin typeface="Open Sans"/>
              </a:rPr>
              <a:t>Then, a user's </a:t>
            </a:r>
            <a:r>
              <a:rPr lang="en-US" sz="1700" strike="sngStrike" dirty="0" err="1">
                <a:solidFill>
                  <a:srgbClr val="FF0000"/>
                </a:solidFill>
                <a:latin typeface="Open Sans"/>
              </a:rPr>
              <a:t>mimimimeter</a:t>
            </a:r>
            <a:r>
              <a:rPr lang="en-US" sz="1700" strike="sngStrike" dirty="0">
                <a:solidFill>
                  <a:srgbClr val="FF0000"/>
                </a:solidFill>
                <a:latin typeface="Open Sans"/>
              </a:rPr>
              <a:t> goes off scale, and the bad mood disappears because everybody loves cats</a:t>
            </a:r>
            <a:endParaRPr lang="ru-RU" sz="1700" strike="sngStrike" dirty="0">
              <a:solidFill>
                <a:srgbClr val="FF0000"/>
              </a:solidFill>
              <a:latin typeface="Open Sans"/>
            </a:endParaRPr>
          </a:p>
        </p:txBody>
      </p:sp>
    </p:spTree>
    <p:extLst>
      <p:ext uri="{BB962C8B-B14F-4D97-AF65-F5344CB8AC3E}">
        <p14:creationId xmlns:p14="http://schemas.microsoft.com/office/powerpoint/2010/main" val="1566449569"/>
      </p:ext>
    </p:extLst>
  </p:cSld>
  <p:clrMapOvr>
    <a:masterClrMapping/>
  </p:clrMapOvr>
</p:sld>
</file>

<file path=ppt/theme/theme1.xml><?xml version="1.0" encoding="utf-8"?>
<a:theme xmlns:a="http://schemas.openxmlformats.org/drawingml/2006/main" name="Рамка">
  <a:themeElements>
    <a:clrScheme name="Рамка">
      <a:dk1>
        <a:sysClr val="windowText" lastClr="000000"/>
      </a:dk1>
      <a:lt1>
        <a:sysClr val="window" lastClr="FFFFFF"/>
      </a:lt1>
      <a:dk2>
        <a:srgbClr val="4A3F38"/>
      </a:dk2>
      <a:lt2>
        <a:srgbClr val="EEEDCB"/>
      </a:lt2>
      <a:accent1>
        <a:srgbClr val="818E9F"/>
      </a:accent1>
      <a:accent2>
        <a:srgbClr val="D26400"/>
      </a:accent2>
      <a:accent3>
        <a:srgbClr val="C3BA45"/>
      </a:accent3>
      <a:accent4>
        <a:srgbClr val="8A8552"/>
      </a:accent4>
      <a:accent5>
        <a:srgbClr val="F3B843"/>
      </a:accent5>
      <a:accent6>
        <a:srgbClr val="786C71"/>
      </a:accent6>
      <a:hlink>
        <a:srgbClr val="46A7CA"/>
      </a:hlink>
      <a:folHlink>
        <a:srgbClr val="B2B2B2"/>
      </a:folHlink>
    </a:clrScheme>
    <a:fontScheme name="Рамка">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Рамка">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9935E573-C197-41A8-BCA1-5D5F62C560B7}"/>
    </a:ext>
  </a:extLst>
</a:theme>
</file>

<file path=docProps/app.xml><?xml version="1.0" encoding="utf-8"?>
<Properties xmlns="http://schemas.openxmlformats.org/officeDocument/2006/extended-properties" xmlns:vt="http://schemas.openxmlformats.org/officeDocument/2006/docPropsVTypes">
  <TotalTime>4</TotalTime>
  <Words>357</Words>
  <Application>Microsoft Office PowerPoint</Application>
  <PresentationFormat>Широкоэкранный</PresentationFormat>
  <Paragraphs>32</Paragraphs>
  <Slides>11</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11</vt:i4>
      </vt:variant>
    </vt:vector>
  </HeadingPairs>
  <TitlesOfParts>
    <vt:vector size="15" baseType="lpstr">
      <vt:lpstr>Corbel</vt:lpstr>
      <vt:lpstr>Open Sans</vt:lpstr>
      <vt:lpstr>Wingdings 2</vt:lpstr>
      <vt:lpstr>Рамка</vt:lpstr>
      <vt:lpstr>Telegram Chatbot</vt:lpstr>
      <vt:lpstr>Introduction</vt:lpstr>
      <vt:lpstr>Gantt Chart</vt:lpstr>
      <vt:lpstr>Functions</vt:lpstr>
      <vt:lpstr>Basic bot abilities</vt:lpstr>
      <vt:lpstr>/start and /mode commands start the bot</vt:lpstr>
      <vt:lpstr>Positive and Negative modes</vt:lpstr>
      <vt:lpstr>Positive mode</vt:lpstr>
      <vt:lpstr>Negative mode</vt:lpstr>
      <vt:lpstr>Chat management</vt:lpstr>
      <vt:lpstr>/cat and /misiq commands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Telegram Chatbot</dc:title>
  <dc:creator>Temirgaliyev Damir</dc:creator>
  <cp:lastModifiedBy>Temirgaliyev Damir</cp:lastModifiedBy>
  <cp:revision>3</cp:revision>
  <dcterms:created xsi:type="dcterms:W3CDTF">2020-11-21T06:41:29Z</dcterms:created>
  <dcterms:modified xsi:type="dcterms:W3CDTF">2020-11-22T16:40:11Z</dcterms:modified>
</cp:coreProperties>
</file>